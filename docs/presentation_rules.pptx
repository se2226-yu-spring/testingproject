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_rels/drawing1.xml.rels" ContentType="application/vnd.openxmlformats-package.relationships+xml"/>
  <Override PartName="/ppt/diagrams/_rels/data1.xml.rels" ContentType="application/vnd.openxmlformats-package.relationships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Masters/_rels/slideMaster123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122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88.xml.rels" ContentType="application/vnd.openxmlformats-package.relationships+xml"/>
  <Override PartName="/ppt/slideMasters/_rels/slideMaster169.xml.rels" ContentType="application/vnd.openxmlformats-package.relationships+xml"/>
  <Override PartName="/ppt/slideMasters/_rels/slideMaster121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87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20.xml.rels" ContentType="application/vnd.openxmlformats-package.relationships+xml"/>
  <Override PartName="/ppt/slideMasters/_rels/slideMaster8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8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13.xml.rels" ContentType="application/vnd.openxmlformats-package.relationships+xml"/>
  <Override PartName="/ppt/slideMasters/_rels/slideMaster112.xml.rels" ContentType="application/vnd.openxmlformats-package.relationships+xml"/>
  <Override PartName="/ppt/slideMasters/_rels/slideMaster78.xml.rels" ContentType="application/vnd.openxmlformats-package.relationships+xml"/>
  <Override PartName="/ppt/slideMasters/_rels/slideMaster159.xml.rels" ContentType="application/vnd.openxmlformats-package.relationships+xml"/>
  <Override PartName="/ppt/slideMasters/_rels/slideMaster111.xml.rels" ContentType="application/vnd.openxmlformats-package.relationships+xml"/>
  <Override PartName="/ppt/slideMasters/_rels/slideMaster77.xml.rels" ContentType="application/vnd.openxmlformats-package.relationships+xml"/>
  <Override PartName="/ppt/slideMasters/_rels/slideMaster158.xml.rels" ContentType="application/vnd.openxmlformats-package.relationships+xml"/>
  <Override PartName="/ppt/slideMasters/_rels/slideMaster89.xml.rels" ContentType="application/vnd.openxmlformats-package.relationships+xml"/>
  <Override PartName="/ppt/slideMasters/_rels/slideMaster110.xml.rels" ContentType="application/vnd.openxmlformats-package.relationships+xml"/>
  <Override PartName="/ppt/slideMasters/_rels/slideMaster76.xml.rels" ContentType="application/vnd.openxmlformats-package.relationships+xml"/>
  <Override PartName="/ppt/slideMasters/_rels/slideMaster75.xml.rels" ContentType="application/vnd.openxmlformats-package.relationships+xml"/>
  <Override PartName="/ppt/slideMasters/_rels/slideMaster156.xml.rels" ContentType="application/vnd.openxmlformats-package.relationships+xml"/>
  <Override PartName="/ppt/slideMasters/_rels/slideMaster74.xml.rels" ContentType="application/vnd.openxmlformats-package.relationships+xml"/>
  <Override PartName="/ppt/slideMasters/_rels/slideMaster155.xml.rels" ContentType="application/vnd.openxmlformats-package.relationships+xml"/>
  <Override PartName="/ppt/slideMasters/_rels/slideMaster73.xml.rels" ContentType="application/vnd.openxmlformats-package.relationships+xml"/>
  <Override PartName="/ppt/slideMasters/_rels/slideMaster151.xml.rels" ContentType="application/vnd.openxmlformats-package.relationships+xml"/>
  <Override PartName="/ppt/slideMasters/_rels/slideMaster103.xml.rels" ContentType="application/vnd.openxmlformats-package.relationships+xml"/>
  <Override PartName="/ppt/slideMasters/_rels/slideMaster157.xml.rels" ContentType="application/vnd.openxmlformats-package.relationships+xml"/>
  <Override PartName="/ppt/slideMasters/_rels/slideMaster90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154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102.xml.rels" ContentType="application/vnd.openxmlformats-package.relationships+xml"/>
  <Override PartName="/ppt/slideMasters/_rels/slideMaster15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101.xml.rels" ContentType="application/vnd.openxmlformats-package.relationships+xml"/>
  <Override PartName="/ppt/slideMasters/_rels/slideMaster149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65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147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3.xml.rels" ContentType="application/vnd.openxmlformats-package.relationships+xml"/>
  <Override PartName="/ppt/slideMasters/_rels/slideMaster138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72.xml.rels" ContentType="application/vnd.openxmlformats-package.relationships+xml"/>
  <Override PartName="/ppt/slideMasters/_rels/slideMaster139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97.xml.rels" ContentType="application/vnd.openxmlformats-package.relationships+xml"/>
  <Override PartName="/ppt/slideMasters/_rels/slideMaster98.xml.rels" ContentType="application/vnd.openxmlformats-package.relationships+xml"/>
  <Override PartName="/ppt/slideMasters/_rels/slideMaster99.xml.rels" ContentType="application/vnd.openxmlformats-package.relationships+xml"/>
  <Override PartName="/ppt/slideMasters/_rels/slideMaster94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9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4.xml.rels" ContentType="application/vnd.openxmlformats-package.relationships+xml"/>
  <Override PartName="/ppt/slideMasters/_rels/slideMaster92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8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46.xml.rels" ContentType="application/vnd.openxmlformats-package.relationships+xml"/>
  <Override PartName="/ppt/slideMasters/_rels/slideMaster9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42.xml.rels" ContentType="application/vnd.openxmlformats-package.relationships+xml"/>
  <Override PartName="/ppt/slideMasters/_rels/slideMaster119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124.xml.rels" ContentType="application/vnd.openxmlformats-package.relationships+xml"/>
  <Override PartName="/ppt/slideMasters/_rels/slideMaster125.xml.rels" ContentType="application/vnd.openxmlformats-package.relationships+xml"/>
  <Override PartName="/ppt/slideMasters/_rels/slideMaster115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126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17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118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16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14.xml.rels" ContentType="application/vnd.openxmlformats-package.relationships+xml"/>
  <Override PartName="/ppt/slideMasters/_rels/slideMaster127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108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68.xml.rels" ContentType="application/vnd.openxmlformats-package.relationships+xml"/>
  <Override PartName="/ppt/slideMasters/_rels/slideMaster107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67.xml.rels" ContentType="application/vnd.openxmlformats-package.relationships+xml"/>
  <Override PartName="/ppt/slideMasters/_rels/slideMaster106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66.xml.rels" ContentType="application/vnd.openxmlformats-package.relationships+xml"/>
  <Override PartName="/ppt/slideMasters/_rels/slideMaster105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109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96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95.xml.rels" ContentType="application/vnd.openxmlformats-package.relationships+xml"/>
  <Override PartName="/ppt/slideMasters/_rels/slideMaster141.xml.rels" ContentType="application/vnd.openxmlformats-package.relationships+xml"/>
  <Override PartName="/ppt/slideMasters/_rels/slideMaster16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145.xml.rels" ContentType="application/vnd.openxmlformats-package.relationships+xml"/>
  <Override PartName="/ppt/slideMasters/_rels/slideMaster16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128.xml.rels" ContentType="application/vnd.openxmlformats-package.relationships+xml"/>
  <Override PartName="/ppt/slideMasters/_rels/slideMaster133.xml.rels" ContentType="application/vnd.openxmlformats-package.relationships+xml"/>
  <Override PartName="/ppt/slideMasters/_rels/slideMaster134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3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135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16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36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137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8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81.xml.rels" ContentType="application/vnd.openxmlformats-package.relationships+xml"/>
  <Override PartName="/ppt/slideMasters/_rels/slideMaster148.xml.rels" ContentType="application/vnd.openxmlformats-package.relationships+xml"/>
  <Override PartName="/ppt/slideMasters/_rels/slideMaster130.xml.rels" ContentType="application/vnd.openxmlformats-package.relationships+xml"/>
  <Override PartName="/ppt/slideMasters/_rels/slideMaster140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150.xml.rels" ContentType="application/vnd.openxmlformats-package.relationships+xml"/>
  <Override PartName="/ppt/slideMasters/_rels/slideMaster13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62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80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4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131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129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43.xml.rels" ContentType="application/vnd.openxmlformats-package.relationships+xml"/>
  <Override PartName="/ppt/slideMasters/_rels/slideMaster63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100.xml.rels" ContentType="application/vnd.openxmlformats-package.relationships+xml"/>
  <Override PartName="/ppt/slideMasters/_rels/slideMaster79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52.xml.rels" ContentType="application/vnd.openxmlformats-package.relationships+xml"/>
  <Override PartName="/ppt/slideMasters/slideMaster127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126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125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24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119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118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117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116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115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114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109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108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107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106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10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10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142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13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40.xml" ContentType="application/vnd.openxmlformats-officedocument.presentationml.slideMaster+xml"/>
  <Override PartName="/ppt/slideMasters/slideMaster16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135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136.xml" ContentType="application/vnd.openxmlformats-officedocument.presentationml.slideMaster+xml"/>
  <Override PartName="/ppt/slideMasters/slideMaster141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137.xml" ContentType="application/vnd.openxmlformats-officedocument.presentationml.slideMaster+xml"/>
  <Override PartName="/ppt/slideMasters/slideMaster134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133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139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150.xml" ContentType="application/vnd.openxmlformats-officedocument.presentationml.slideMaster+xml"/>
  <Override PartName="/ppt/slideMasters/slideMaster132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28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6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6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16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131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30.xml" ContentType="application/vnd.openxmlformats-officedocument.presentationml.slideMaster+xml"/>
  <Override PartName="/ppt/slideMasters/slideMaster129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6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43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144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145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146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147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48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49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10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10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151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152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153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154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155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156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157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110.xml" ContentType="application/vnd.openxmlformats-officedocument.presentationml.slideMaster+xml"/>
  <Override PartName="/ppt/slideMasters/slideMaster158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111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159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11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113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6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67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120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168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121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169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122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123.xml" ContentType="application/vnd.openxmlformats-officedocument.presentationml.slideMaster+xml"/>
  <Override PartName="/ppt/slideMasters/slideMaster42.xml" ContentType="application/vnd.openxmlformats-officedocument.presentationml.slideMaster+xml"/>
  <Override PartName="/ppt/presProps.xml" ContentType="application/vnd.openxmlformats-officedocument.presentationml.presProps+xml"/>
  <Override PartName="/ppt/theme/_rels/theme101.xml.rels" ContentType="application/vnd.openxmlformats-package.relationships+xml"/>
  <Override PartName="/ppt/theme/_rels/theme158.xml.rels" ContentType="application/vnd.openxmlformats-package.relationships+xml"/>
  <Override PartName="/ppt/theme/_rels/theme157.xml.rels" ContentType="application/vnd.openxmlformats-package.relationships+xml"/>
  <Override PartName="/ppt/theme/_rels/theme156.xml.rels" ContentType="application/vnd.openxmlformats-package.relationships+xml"/>
  <Override PartName="/ppt/theme/_rels/theme155.xml.rels" ContentType="application/vnd.openxmlformats-package.relationships+xml"/>
  <Override PartName="/ppt/theme/_rels/theme143.xml.rels" ContentType="application/vnd.openxmlformats-package.relationships+xml"/>
  <Override PartName="/ppt/theme/_rels/theme142.xml.rels" ContentType="application/vnd.openxmlformats-package.relationships+xml"/>
  <Override PartName="/ppt/theme/_rels/theme98.xml.rels" ContentType="application/vnd.openxmlformats-package.relationships+xml"/>
  <Override PartName="/ppt/theme/_rels/theme107.xml.rels" ContentType="application/vnd.openxmlformats-package.relationships+xml"/>
  <Override PartName="/ppt/theme/_rels/theme144.xml.rels" ContentType="application/vnd.openxmlformats-package.relationships+xml"/>
  <Override PartName="/ppt/theme/_rels/theme105.xml.rels" ContentType="application/vnd.openxmlformats-package.relationships+xml"/>
  <Override PartName="/ppt/theme/_rels/theme96.xml.rels" ContentType="application/vnd.openxmlformats-package.relationships+xml"/>
  <Override PartName="/ppt/theme/_rels/theme100.xml.rels" ContentType="application/vnd.openxmlformats-package.relationships+xml"/>
  <Override PartName="/ppt/theme/_rels/theme103.xml.rels" ContentType="application/vnd.openxmlformats-package.relationships+xml"/>
  <Override PartName="/ppt/theme/_rels/theme94.xml.rels" ContentType="application/vnd.openxmlformats-package.relationships+xml"/>
  <Override PartName="/ppt/theme/_rels/theme145.xml.rels" ContentType="application/vnd.openxmlformats-package.relationships+xml"/>
  <Override PartName="/ppt/theme/_rels/theme102.xml.rels" ContentType="application/vnd.openxmlformats-package.relationships+xml"/>
  <Override PartName="/ppt/theme/_rels/theme106.xml.rels" ContentType="application/vnd.openxmlformats-package.relationships+xml"/>
  <Override PartName="/ppt/theme/_rels/theme97.xml.rels" ContentType="application/vnd.openxmlformats-package.relationships+xml"/>
  <Override PartName="/ppt/theme/_rels/theme95.xml.rels" ContentType="application/vnd.openxmlformats-package.relationships+xml"/>
  <Override PartName="/ppt/theme/_rels/theme104.xml.rels" ContentType="application/vnd.openxmlformats-package.relationships+xml"/>
  <Override PartName="/ppt/theme/_rels/theme99.xml.rels" ContentType="application/vnd.openxmlformats-package.relationships+xml"/>
  <Override PartName="/ppt/theme/_rels/theme108.xml.rels" ContentType="application/vnd.openxmlformats-package.relationships+xml"/>
  <Override PartName="/ppt/theme/_rels/theme150.xml.rels" ContentType="application/vnd.openxmlformats-package.relationships+xml"/>
  <Override PartName="/ppt/theme/_rels/theme148.xml.rels" ContentType="application/vnd.openxmlformats-package.relationships+xml"/>
  <Override PartName="/ppt/theme/_rels/theme146.xml.rels" ContentType="application/vnd.openxmlformats-package.relationships+xml"/>
  <Override PartName="/ppt/theme/_rels/theme109.xml.rels" ContentType="application/vnd.openxmlformats-package.relationships+xml"/>
  <Override PartName="/ppt/theme/_rels/theme151.xml.rels" ContentType="application/vnd.openxmlformats-package.relationships+xml"/>
  <Override PartName="/ppt/theme/_rels/theme149.xml.rels" ContentType="application/vnd.openxmlformats-package.relationships+xml"/>
  <Override PartName="/ppt/theme/_rels/theme152.xml.rels" ContentType="application/vnd.openxmlformats-package.relationships+xml"/>
  <Override PartName="/ppt/theme/_rels/theme110.xml.rels" ContentType="application/vnd.openxmlformats-package.relationships+xml"/>
  <Override PartName="/ppt/theme/_rels/theme147.xml.rels" ContentType="application/vnd.openxmlformats-package.relationships+xml"/>
  <Override PartName="/ppt/theme/_rels/theme153.xml.rels" ContentType="application/vnd.openxmlformats-package.relationships+xml"/>
  <Override PartName="/ppt/theme/_rels/theme154.xml.rels" ContentType="application/vnd.openxmlformats-package.relationships+xml"/>
  <Override PartName="/ppt/theme/theme126.xml" ContentType="application/vnd.openxmlformats-officedocument.theme+xml"/>
  <Override PartName="/ppt/theme/theme43.xml" ContentType="application/vnd.openxmlformats-officedocument.theme+xml"/>
  <Override PartName="/ppt/theme/theme125.xml" ContentType="application/vnd.openxmlformats-officedocument.theme+xml"/>
  <Override PartName="/ppt/theme/theme42.xml" ContentType="application/vnd.openxmlformats-officedocument.theme+xml"/>
  <Override PartName="/ppt/theme/theme124.xml" ContentType="application/vnd.openxmlformats-officedocument.theme+xml"/>
  <Override PartName="/ppt/theme/theme41.xml" ContentType="application/vnd.openxmlformats-officedocument.theme+xml"/>
  <Override PartName="/ppt/theme/theme123.xml" ContentType="application/vnd.openxmlformats-officedocument.theme+xml"/>
  <Override PartName="/ppt/theme/theme40.xml" ContentType="application/vnd.openxmlformats-officedocument.theme+xml"/>
  <Override PartName="/ppt/theme/theme122.xml" ContentType="application/vnd.openxmlformats-officedocument.theme+xml"/>
  <Override PartName="/ppt/theme/theme121.xml" ContentType="application/vnd.openxmlformats-officedocument.theme+xml"/>
  <Override PartName="/ppt/theme/theme116.xml" ContentType="application/vnd.openxmlformats-officedocument.theme+xml"/>
  <Override PartName="/ppt/theme/theme33.xml" ContentType="application/vnd.openxmlformats-officedocument.theme+xml"/>
  <Override PartName="/ppt/theme/theme115.xml" ContentType="application/vnd.openxmlformats-officedocument.theme+xml"/>
  <Override PartName="/ppt/theme/theme32.xml" ContentType="application/vnd.openxmlformats-officedocument.theme+xml"/>
  <Override PartName="/ppt/theme/theme114.xml" ContentType="application/vnd.openxmlformats-officedocument.theme+xml"/>
  <Override PartName="/ppt/theme/theme31.xml" ContentType="application/vnd.openxmlformats-officedocument.theme+xml"/>
  <Override PartName="/ppt/theme/theme113.xml" ContentType="application/vnd.openxmlformats-officedocument.theme+xml"/>
  <Override PartName="/ppt/theme/theme30.xml" ContentType="application/vnd.openxmlformats-officedocument.theme+xml"/>
  <Override PartName="/ppt/theme/theme112.xml" ContentType="application/vnd.openxmlformats-officedocument.theme+xml"/>
  <Override PartName="/ppt/theme/theme111.xml" ContentType="application/vnd.openxmlformats-officedocument.theme+xml"/>
  <Override PartName="/ppt/theme/theme109.xml" ContentType="application/vnd.openxmlformats-officedocument.theme+xml"/>
  <Override PartName="/ppt/theme/theme26.xml" ContentType="application/vnd.openxmlformats-officedocument.theme+xml"/>
  <Override PartName="/ppt/theme/theme94.xml" ContentType="application/vnd.openxmlformats-officedocument.theme+xml"/>
  <Override PartName="/ppt/theme/theme108.xml" ContentType="application/vnd.openxmlformats-officedocument.theme+xml"/>
  <Override PartName="/ppt/theme/theme25.xml" ContentType="application/vnd.openxmlformats-officedocument.theme+xml"/>
  <Override PartName="/ppt/theme/theme93.xml" ContentType="application/vnd.openxmlformats-officedocument.theme+xml"/>
  <Override PartName="/ppt/theme/theme107.xml" ContentType="application/vnd.openxmlformats-officedocument.theme+xml"/>
  <Override PartName="/ppt/theme/theme24.xml" ContentType="application/vnd.openxmlformats-officedocument.theme+xml"/>
  <Override PartName="/ppt/theme/theme92.xml" ContentType="application/vnd.openxmlformats-officedocument.theme+xml"/>
  <Override PartName="/ppt/theme/theme106.xml" ContentType="application/vnd.openxmlformats-officedocument.theme+xml"/>
  <Override PartName="/ppt/theme/theme23.xml" ContentType="application/vnd.openxmlformats-officedocument.theme+xml"/>
  <Override PartName="/ppt/theme/theme91.xml" ContentType="application/vnd.openxmlformats-officedocument.theme+xml"/>
  <Override PartName="/ppt/theme/theme105.xml" ContentType="application/vnd.openxmlformats-officedocument.theme+xml"/>
  <Override PartName="/ppt/theme/theme90.xml" ContentType="application/vnd.openxmlformats-officedocument.theme+xml"/>
  <Override PartName="/ppt/theme/theme22.xml" ContentType="application/vnd.openxmlformats-officedocument.theme+xml"/>
  <Override PartName="/ppt/theme/theme104.xml" ContentType="application/vnd.openxmlformats-officedocument.theme+xml"/>
  <Override PartName="/ppt/theme/theme21.xml" ContentType="application/vnd.openxmlformats-officedocument.theme+xml"/>
  <Override PartName="/ppt/theme/theme103.xml" ContentType="application/vnd.openxmlformats-officedocument.theme+xml"/>
  <Override PartName="/ppt/theme/theme20.xml" ContentType="application/vnd.openxmlformats-officedocument.theme+xml"/>
  <Override PartName="/ppt/theme/theme102.xml" ContentType="application/vnd.openxmlformats-officedocument.theme+xml"/>
  <Override PartName="/ppt/theme/theme170.xml" ContentType="application/vnd.openxmlformats-officedocument.theme+xml"/>
  <Override PartName="/ppt/theme/theme101.xml" ContentType="application/vnd.openxmlformats-officedocument.theme+xml"/>
  <Override PartName="/ppt/theme/theme89.xml" ContentType="application/vnd.openxmlformats-officedocument.theme+xml"/>
  <Override PartName="/ppt/theme/theme2.xml" ContentType="application/vnd.openxmlformats-officedocument.theme+xml"/>
  <Override PartName="/ppt/theme/theme27.xml" ContentType="application/vnd.openxmlformats-officedocument.theme+xml"/>
  <Override PartName="/ppt/theme/theme95.xml" ContentType="application/vnd.openxmlformats-officedocument.theme+xml"/>
  <Override PartName="/ppt/theme/theme5.xml" ContentType="application/vnd.openxmlformats-officedocument.theme+xml"/>
  <Override PartName="/ppt/theme/theme110.xml" ContentType="application/vnd.openxmlformats-officedocument.theme+xml"/>
  <Override PartName="/ppt/theme/theme49.xml" ContentType="application/vnd.openxmlformats-officedocument.theme+xml"/>
  <Override PartName="/ppt/theme/theme3.xml" ContentType="application/vnd.openxmlformats-officedocument.theme+xml"/>
  <Override PartName="/ppt/theme/theme28.xml" ContentType="application/vnd.openxmlformats-officedocument.theme+xml"/>
  <Override PartName="/ppt/theme/theme96.xml" ContentType="application/vnd.openxmlformats-officedocument.theme+xml"/>
  <Override PartName="/ppt/theme/theme6.xml" ContentType="application/vnd.openxmlformats-officedocument.theme+xml"/>
  <Override PartName="/ppt/theme/theme4.xml" ContentType="application/vnd.openxmlformats-officedocument.theme+xml"/>
  <Override PartName="/ppt/theme/theme29.xml" ContentType="application/vnd.openxmlformats-officedocument.theme+xml"/>
  <Override PartName="/ppt/theme/theme97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117.xml" ContentType="application/vnd.openxmlformats-officedocument.theme+xml"/>
  <Override PartName="/ppt/theme/theme98.xml" ContentType="application/vnd.openxmlformats-officedocument.theme+xml"/>
  <Override PartName="/ppt/theme/theme8.xml" ContentType="application/vnd.openxmlformats-officedocument.theme+xml"/>
  <Override PartName="/ppt/theme/theme99.xml" ContentType="application/vnd.openxmlformats-officedocument.theme+xml"/>
  <Override PartName="/ppt/theme/theme9.xml" ContentType="application/vnd.openxmlformats-officedocument.theme+xml"/>
  <Override PartName="/ppt/theme/theme160.xml" ContentType="application/vnd.openxmlformats-officedocument.theme+xml"/>
  <Override PartName="/ppt/theme/theme36.xml" ContentType="application/vnd.openxmlformats-officedocument.theme+xml"/>
  <Override PartName="/ppt/theme/theme119.xml" ContentType="application/vnd.openxmlformats-officedocument.theme+xml"/>
  <Override PartName="/ppt/theme/theme10.xml" ContentType="application/vnd.openxmlformats-officedocument.theme+xml"/>
  <Override PartName="/ppt/theme/theme161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131.xml" ContentType="application/vnd.openxmlformats-officedocument.theme+xml"/>
  <Override PartName="/ppt/theme/theme132.xml" ContentType="application/vnd.openxmlformats-officedocument.theme+xml"/>
  <Override PartName="/ppt/theme/theme139.xml" ContentType="application/vnd.openxmlformats-officedocument.theme+xml"/>
  <Override PartName="/ppt/theme/theme56.xml" ContentType="application/vnd.openxmlformats-officedocument.theme+xml"/>
  <Override PartName="/ppt/theme/theme152.xml" ContentType="application/vnd.openxmlformats-officedocument.theme+xml"/>
  <Override PartName="/ppt/theme/theme130.xml" ContentType="application/vnd.openxmlformats-officedocument.theme+xml"/>
  <Override PartName="/ppt/theme/theme69.xml" ContentType="application/vnd.openxmlformats-officedocument.theme+xml"/>
  <Override PartName="/ppt/theme/theme45.xml" ContentType="application/vnd.openxmlformats-officedocument.theme+xml"/>
  <Override PartName="/ppt/theme/theme128.xml" ContentType="application/vnd.openxmlformats-officedocument.theme+xml"/>
  <Override PartName="/ppt/theme/theme150.xml" ContentType="application/vnd.openxmlformats-officedocument.theme+xml"/>
  <Override PartName="/ppt/theme/theme141.xml" ContentType="application/vnd.openxmlformats-officedocument.theme+xml"/>
  <Override PartName="/ppt/theme/theme151.xml" ContentType="application/vnd.openxmlformats-officedocument.theme+xml"/>
  <Override PartName="/ppt/theme/theme142.xml" ContentType="application/vnd.openxmlformats-officedocument.theme+xml"/>
  <Override PartName="/ppt/theme/theme138.xml" ContentType="application/vnd.openxmlformats-officedocument.theme+xml"/>
  <Override PartName="/ppt/theme/theme55.xml" ContentType="application/vnd.openxmlformats-officedocument.theme+xml"/>
  <Override PartName="/ppt/theme/theme100.xml" ContentType="application/vnd.openxmlformats-officedocument.theme+xml"/>
  <Override PartName="/ppt/theme/theme39.xml" ContentType="application/vnd.openxmlformats-officedocument.theme+xml"/>
  <Override PartName="/ppt/theme/theme54.xml" ContentType="application/vnd.openxmlformats-officedocument.theme+xml"/>
  <Override PartName="/ppt/theme/theme137.xml" ContentType="application/vnd.openxmlformats-officedocument.theme+xml"/>
  <Override PartName="/ppt/theme/theme140.xml" ContentType="application/vnd.openxmlformats-officedocument.theme+xml"/>
  <Override PartName="/ppt/theme/theme79.xml" ContentType="application/vnd.openxmlformats-officedocument.theme+xml"/>
  <Override PartName="/ppt/theme/theme136.xml" ContentType="application/vnd.openxmlformats-officedocument.theme+xml"/>
  <Override PartName="/ppt/theme/theme53.xml" ContentType="application/vnd.openxmlformats-officedocument.theme+xml"/>
  <Override PartName="/ppt/theme/theme48.xml" ContentType="application/vnd.openxmlformats-officedocument.theme+xml"/>
  <Override PartName="/ppt/theme/theme135.xml" ContentType="application/vnd.openxmlformats-officedocument.theme+xml"/>
  <Override PartName="/ppt/theme/theme52.xml" ContentType="application/vnd.openxmlformats-officedocument.theme+xml"/>
  <Override PartName="/ppt/theme/theme47.xml" ContentType="application/vnd.openxmlformats-officedocument.theme+xml"/>
  <Override PartName="/ppt/theme/theme134.xml" ContentType="application/vnd.openxmlformats-officedocument.theme+xml"/>
  <Override PartName="/ppt/theme/theme51.xml" ContentType="application/vnd.openxmlformats-officedocument.theme+xml"/>
  <Override PartName="/ppt/theme/theme129.xml" ContentType="application/vnd.openxmlformats-officedocument.theme+xml"/>
  <Override PartName="/ppt/theme/theme46.xml" ContentType="application/vnd.openxmlformats-officedocument.theme+xml"/>
  <Override PartName="/ppt/theme/theme133.xml" ContentType="application/vnd.openxmlformats-officedocument.theme+xml"/>
  <Override PartName="/ppt/theme/theme50.xml" ContentType="application/vnd.openxmlformats-officedocument.theme+xml"/>
  <Override PartName="/ppt/theme/theme162.xml" ContentType="application/vnd.openxmlformats-officedocument.theme+xml"/>
  <Override PartName="/ppt/theme/theme11.xml" ContentType="application/vnd.openxmlformats-officedocument.theme+xml"/>
  <Override PartName="/ppt/theme/theme11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2.xml" ContentType="application/vnd.openxmlformats-officedocument.theme+xml"/>
  <Override PartName="/ppt/theme/theme163.xml" ContentType="application/vnd.openxmlformats-officedocument.theme+xml"/>
  <Override PartName="/ppt/theme/theme80.xml" ContentType="application/vnd.openxmlformats-officedocument.theme+xml"/>
  <Override PartName="/ppt/theme/theme164.xml" ContentType="application/vnd.openxmlformats-officedocument.theme+xml"/>
  <Override PartName="/ppt/theme/theme13.xml" ContentType="application/vnd.openxmlformats-officedocument.theme+xml"/>
  <Override PartName="/ppt/theme/theme81.xml" ContentType="application/vnd.openxmlformats-officedocument.theme+xml"/>
  <Override PartName="/ppt/theme/theme165.xml" ContentType="application/vnd.openxmlformats-officedocument.theme+xml"/>
  <Override PartName="/ppt/theme/theme14.xml" ContentType="application/vnd.openxmlformats-officedocument.theme+xml"/>
  <Override PartName="/ppt/theme/theme82.xml" ContentType="application/vnd.openxmlformats-officedocument.theme+xml"/>
  <Override PartName="/ppt/theme/theme15.xml" ContentType="application/vnd.openxmlformats-officedocument.theme+xml"/>
  <Override PartName="/ppt/theme/theme166.xml" ContentType="application/vnd.openxmlformats-officedocument.theme+xml"/>
  <Override PartName="/ppt/theme/theme83.xml" ContentType="application/vnd.openxmlformats-officedocument.theme+xml"/>
  <Override PartName="/ppt/theme/theme57.xml" ContentType="application/vnd.openxmlformats-officedocument.theme+xml"/>
  <Override PartName="/ppt/theme/theme44.xml" ContentType="application/vnd.openxmlformats-officedocument.theme+xml"/>
  <Override PartName="/ppt/theme/theme127.xml" ContentType="application/vnd.openxmlformats-officedocument.theme+xml"/>
  <Override PartName="/ppt/theme/theme16.xml" ContentType="application/vnd.openxmlformats-officedocument.theme+xml"/>
  <Override PartName="/ppt/theme/theme167.xml" ContentType="application/vnd.openxmlformats-officedocument.theme+xml"/>
  <Override PartName="/ppt/theme/theme84.xml" ContentType="application/vnd.openxmlformats-officedocument.theme+xml"/>
  <Override PartName="/ppt/theme/theme58.xml" ContentType="application/vnd.openxmlformats-officedocument.theme+xml"/>
  <Override PartName="/ppt/theme/theme59.xml" ContentType="application/vnd.openxmlformats-officedocument.theme+xml"/>
  <Override PartName="/ppt/theme/theme120.xml" ContentType="application/vnd.openxmlformats-officedocument.theme+xml"/>
  <Override PartName="/ppt/theme/theme60.xml" ContentType="application/vnd.openxmlformats-officedocument.theme+xml"/>
  <Override PartName="/ppt/theme/theme143.xml" ContentType="application/vnd.openxmlformats-officedocument.theme+xml"/>
  <Override PartName="/ppt/theme/theme144.xml" ContentType="application/vnd.openxmlformats-officedocument.theme+xml"/>
  <Override PartName="/ppt/theme/theme61.xml" ContentType="application/vnd.openxmlformats-officedocument.theme+xml"/>
  <Override PartName="/ppt/theme/theme145.xml" ContentType="application/vnd.openxmlformats-officedocument.theme+xml"/>
  <Override PartName="/ppt/theme/theme62.xml" ContentType="application/vnd.openxmlformats-officedocument.theme+xml"/>
  <Override PartName="/ppt/theme/theme146.xml" ContentType="application/vnd.openxmlformats-officedocument.theme+xml"/>
  <Override PartName="/ppt/theme/theme63.xml" ContentType="application/vnd.openxmlformats-officedocument.theme+xml"/>
  <Override PartName="/ppt/theme/theme147.xml" ContentType="application/vnd.openxmlformats-officedocument.theme+xml"/>
  <Override PartName="/ppt/theme/theme64.xml" ContentType="application/vnd.openxmlformats-officedocument.theme+xml"/>
  <Override PartName="/ppt/theme/theme148.xml" ContentType="application/vnd.openxmlformats-officedocument.theme+xml"/>
  <Override PartName="/ppt/theme/theme65.xml" ContentType="application/vnd.openxmlformats-officedocument.theme+xml"/>
  <Override PartName="/ppt/theme/theme149.xml" ContentType="application/vnd.openxmlformats-officedocument.theme+xml"/>
  <Override PartName="/ppt/theme/theme66.xml" ContentType="application/vnd.openxmlformats-officedocument.theme+xml"/>
  <Override PartName="/ppt/theme/theme67.xml" ContentType="application/vnd.openxmlformats-officedocument.theme+xml"/>
  <Override PartName="/ppt/theme/theme68.xml" ContentType="application/vnd.openxmlformats-officedocument.theme+xml"/>
  <Override PartName="/ppt/theme/theme153.xml" ContentType="application/vnd.openxmlformats-officedocument.theme+xml"/>
  <Override PartName="/ppt/theme/theme70.xml" ContentType="application/vnd.openxmlformats-officedocument.theme+xml"/>
  <Override PartName="/ppt/theme/theme154.xml" ContentType="application/vnd.openxmlformats-officedocument.theme+xml"/>
  <Override PartName="/ppt/theme/theme71.xml" ContentType="application/vnd.openxmlformats-officedocument.theme+xml"/>
  <Override PartName="/ppt/theme/theme155.xml" ContentType="application/vnd.openxmlformats-officedocument.theme+xml"/>
  <Override PartName="/ppt/theme/theme72.xml" ContentType="application/vnd.openxmlformats-officedocument.theme+xml"/>
  <Override PartName="/ppt/theme/theme156.xml" ContentType="application/vnd.openxmlformats-officedocument.theme+xml"/>
  <Override PartName="/ppt/theme/theme73.xml" ContentType="application/vnd.openxmlformats-officedocument.theme+xml"/>
  <Override PartName="/ppt/theme/theme157.xml" ContentType="application/vnd.openxmlformats-officedocument.theme+xml"/>
  <Override PartName="/ppt/theme/theme74.xml" ContentType="application/vnd.openxmlformats-officedocument.theme+xml"/>
  <Override PartName="/ppt/theme/theme158.xml" ContentType="application/vnd.openxmlformats-officedocument.theme+xml"/>
  <Override PartName="/ppt/theme/theme75.xml" ContentType="application/vnd.openxmlformats-officedocument.theme+xml"/>
  <Override PartName="/ppt/theme/theme159.xml" ContentType="application/vnd.openxmlformats-officedocument.theme+xml"/>
  <Override PartName="/ppt/theme/theme76.xml" ContentType="application/vnd.openxmlformats-officedocument.theme+xml"/>
  <Override PartName="/ppt/theme/theme77.xml" ContentType="application/vnd.openxmlformats-officedocument.theme+xml"/>
  <Override PartName="/ppt/theme/theme78.xml" ContentType="application/vnd.openxmlformats-officedocument.theme+xml"/>
  <Override PartName="/ppt/theme/theme17.xml" ContentType="application/vnd.openxmlformats-officedocument.theme+xml"/>
  <Override PartName="/ppt/theme/theme168.xml" ContentType="application/vnd.openxmlformats-officedocument.theme+xml"/>
  <Override PartName="/ppt/theme/theme85.xml" ContentType="application/vnd.openxmlformats-officedocument.theme+xml"/>
  <Override PartName="/ppt/theme/theme18.xml" ContentType="application/vnd.openxmlformats-officedocument.theme+xml"/>
  <Override PartName="/ppt/theme/theme169.xml" ContentType="application/vnd.openxmlformats-officedocument.theme+xml"/>
  <Override PartName="/ppt/theme/theme86.xml" ContentType="application/vnd.openxmlformats-officedocument.theme+xml"/>
  <Override PartName="/ppt/theme/theme19.xml" ContentType="application/vnd.openxmlformats-officedocument.theme+xml"/>
  <Override PartName="/ppt/theme/theme87.xml" ContentType="application/vnd.openxmlformats-officedocument.theme+xml"/>
  <Override PartName="/ppt/theme/theme88.xml" ContentType="application/vnd.openxmlformats-officedocument.theme+xml"/>
  <Override PartName="/ppt/slideLayouts/_rels/slideLayout64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170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69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24.xml.rels" ContentType="application/vnd.openxmlformats-package.relationships+xml"/>
  <Override PartName="/ppt/slideLayouts/slideLayout102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4.xml" ContentType="application/vnd.openxmlformats-officedocument.presentationml.slideLayout+xml"/>
  <Override PartName="/ppt/_rels/presentation.xml.rels" ContentType="application/vnd.openxmlformats-package.relationships+xml"/>
  <Override PartName="/ppt/media/image46.png" ContentType="image/png"/>
  <Override PartName="/ppt/media/image45.svg" ContentType="image/svg"/>
  <Override PartName="/ppt/media/OOXDiagramDrawingRels1_5.svg" ContentType="image/svg"/>
  <Override PartName="/ppt/media/image47.png" ContentType="image/png"/>
  <Override PartName="/ppt/media/image43.svg" ContentType="image/svg"/>
  <Override PartName="/ppt/media/OOXDiagramDrawingRels1_3.svg" ContentType="image/svg"/>
  <Override PartName="/ppt/media/image33.jpeg" ContentType="image/jpeg"/>
  <Override PartName="/ppt/media/image42.png" ContentType="image/png"/>
  <Override PartName="/ppt/media/OOXDiagramDrawingRels1_2.png" ContentType="image/png"/>
  <Override PartName="/ppt/media/image21.svg" ContentType="image/svg"/>
  <Override PartName="/ppt/media/image40.png" ContentType="image/png"/>
  <Override PartName="/ppt/media/image19.svg" ContentType="image/svg"/>
  <Override PartName="/ppt/media/OOXDiagramDrawingRels1_0.png" ContentType="image/png"/>
  <Override PartName="/ppt/media/OOXDiagramDataRels1_3.svg" ContentType="image/svg"/>
  <Override PartName="/ppt/media/image38.png" ContentType="image/png"/>
  <Override PartName="/ppt/media/image25.svg" ContentType="image/svg"/>
  <Override PartName="/ppt/media/image1.jpeg" ContentType="image/jpeg"/>
  <Override PartName="/ppt/media/image14.svg" ContentType="image/svg"/>
  <Override PartName="/ppt/media/image16.svg" ContentType="image/svg"/>
  <Override PartName="/ppt/media/OOXDiagramDataRels1_0.png" ContentType="image/png"/>
  <Override PartName="/ppt/media/image22.png" ContentType="image/png"/>
  <Override PartName="/ppt/media/image24.png" ContentType="image/png"/>
  <Override PartName="/ppt/media/image48.svg" ContentType="image/svg"/>
  <Override PartName="/ppt/media/image26.png" ContentType="image/png"/>
  <Override PartName="/ppt/media/image28.png" ContentType="image/png"/>
  <Override PartName="/ppt/media/OOXDiagramDataRels1_2.png" ContentType="image/png"/>
  <Override PartName="/ppt/media/image36.jpeg" ContentType="image/jpeg"/>
  <Override PartName="/ppt/media/image6.png" ContentType="image/png"/>
  <Override PartName="/ppt/media/image15.png" ContentType="image/png"/>
  <Override PartName="/ppt/media/image20.png" ContentType="image/png"/>
  <Override PartName="/ppt/media/image58.png" ContentType="image/png"/>
  <Override PartName="/ppt/media/image57.png" ContentType="image/png"/>
  <Override PartName="/ppt/media/image59.jpeg" ContentType="image/jpeg"/>
  <Override PartName="/ppt/media/image5.png" ContentType="image/png"/>
  <Override PartName="/ppt/media/image37.png" ContentType="image/png"/>
  <Override PartName="/ppt/media/image60.jpeg" ContentType="image/jpeg"/>
  <Override PartName="/ppt/media/image56.png" ContentType="image/png"/>
  <Override PartName="/ppt/media/image55.png" ContentType="image/png"/>
  <Override PartName="/ppt/media/image17.png" ContentType="image/png"/>
  <Override PartName="/ppt/media/image54.png" ContentType="image/png"/>
  <Override PartName="/ppt/media/image32.jpeg" ContentType="image/jpeg"/>
  <Override PartName="/ppt/media/OOXDiagramDrawingRels1_1.svg" ContentType="image/svg"/>
  <Override PartName="/ppt/media/image41.svg" ContentType="image/svg"/>
  <Override PartName="/ppt/media/image53.png" ContentType="image/png"/>
  <Override PartName="/ppt/media/image52.png" ContentType="image/png"/>
  <Override PartName="/ppt/media/image49.png" ContentType="image/png"/>
  <Override PartName="/ppt/media/image51.png" ContentType="image/png"/>
  <Override PartName="/ppt/media/image50.svg" ContentType="image/svg"/>
  <Override PartName="/ppt/media/image3.png" ContentType="image/png"/>
  <Override PartName="/ppt/media/image27.svg" ContentType="image/svg"/>
  <Override PartName="/ppt/media/OOXDiagramDataRels1_5.svg" ContentType="image/svg"/>
  <Override PartName="/ppt/media/image34.png" ContentType="image/png"/>
  <Override PartName="/ppt/media/image7.png" ContentType="image/png"/>
  <Override PartName="/ppt/media/image39.png" ContentType="image/png"/>
  <Override PartName="/ppt/media/image2.png" ContentType="image/png"/>
  <Override PartName="/ppt/media/image11.png" ContentType="image/png"/>
  <Override PartName="/ppt/media/image8.svg" ContentType="image/svg"/>
  <Override PartName="/ppt/media/image12.svg" ContentType="image/svg"/>
  <Override PartName="/ppt/media/image29.svg" ContentType="image/svg"/>
  <Override PartName="/ppt/media/image35.jpeg" ContentType="image/jpeg"/>
  <Override PartName="/ppt/media/image18.png" ContentType="image/png"/>
  <Override PartName="/ppt/media/image9.png" ContentType="image/png"/>
  <Override PartName="/ppt/media/OOXDiagramDataRels1_4.png" ContentType="image/png"/>
  <Override PartName="/ppt/media/image10.svg" ContentType="image/svg"/>
  <Override PartName="/ppt/media/image4.png" ContentType="image/png"/>
  <Override PartName="/ppt/media/image13.png" ContentType="image/png"/>
  <Override PartName="/ppt/media/OOXDiagramDataRels1_1.svg" ContentType="image/svg"/>
  <Override PartName="/ppt/media/image30.png" ContentType="image/png"/>
  <Override PartName="/ppt/media/image31.svg" ContentType="image/svg"/>
  <Override PartName="/ppt/media/image23.svg" ContentType="image/svg"/>
  <Override PartName="/ppt/media/OOXDiagramDrawingRels1_4.png" ContentType="image/png"/>
  <Override PartName="/ppt/media/image44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9.xml.rels" ContentType="application/vnd.openxmlformats-package.relationships+xml"/>
  <Override PartName="/ppt/notesSlides/notesSlide1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  <p:sldMasterId id="2147483691" r:id="rId23"/>
    <p:sldMasterId id="2147483693" r:id="rId24"/>
    <p:sldMasterId id="2147483695" r:id="rId25"/>
    <p:sldMasterId id="2147483697" r:id="rId26"/>
    <p:sldMasterId id="2147483699" r:id="rId27"/>
    <p:sldMasterId id="2147483701" r:id="rId28"/>
    <p:sldMasterId id="2147483703" r:id="rId29"/>
    <p:sldMasterId id="2147483705" r:id="rId30"/>
    <p:sldMasterId id="2147483707" r:id="rId31"/>
    <p:sldMasterId id="2147483709" r:id="rId32"/>
    <p:sldMasterId id="2147483711" r:id="rId33"/>
    <p:sldMasterId id="2147483713" r:id="rId34"/>
    <p:sldMasterId id="2147483715" r:id="rId35"/>
    <p:sldMasterId id="2147483717" r:id="rId36"/>
    <p:sldMasterId id="2147483719" r:id="rId37"/>
    <p:sldMasterId id="2147483721" r:id="rId38"/>
    <p:sldMasterId id="2147483723" r:id="rId39"/>
    <p:sldMasterId id="2147483725" r:id="rId40"/>
    <p:sldMasterId id="2147483727" r:id="rId41"/>
    <p:sldMasterId id="2147483729" r:id="rId42"/>
    <p:sldMasterId id="2147483731" r:id="rId43"/>
    <p:sldMasterId id="2147483733" r:id="rId44"/>
    <p:sldMasterId id="2147483735" r:id="rId45"/>
    <p:sldMasterId id="2147483737" r:id="rId46"/>
    <p:sldMasterId id="2147483739" r:id="rId47"/>
    <p:sldMasterId id="2147483741" r:id="rId48"/>
    <p:sldMasterId id="2147483743" r:id="rId49"/>
    <p:sldMasterId id="2147483745" r:id="rId50"/>
    <p:sldMasterId id="2147483747" r:id="rId51"/>
    <p:sldMasterId id="2147483749" r:id="rId52"/>
    <p:sldMasterId id="2147483751" r:id="rId53"/>
    <p:sldMasterId id="2147483753" r:id="rId54"/>
    <p:sldMasterId id="2147483755" r:id="rId55"/>
    <p:sldMasterId id="2147483757" r:id="rId56"/>
    <p:sldMasterId id="2147483759" r:id="rId57"/>
    <p:sldMasterId id="2147483761" r:id="rId58"/>
    <p:sldMasterId id="2147483763" r:id="rId59"/>
    <p:sldMasterId id="2147483765" r:id="rId60"/>
    <p:sldMasterId id="2147483767" r:id="rId61"/>
    <p:sldMasterId id="2147483769" r:id="rId62"/>
    <p:sldMasterId id="2147483771" r:id="rId63"/>
    <p:sldMasterId id="2147483773" r:id="rId64"/>
    <p:sldMasterId id="2147483775" r:id="rId65"/>
    <p:sldMasterId id="2147483777" r:id="rId66"/>
    <p:sldMasterId id="2147483779" r:id="rId67"/>
    <p:sldMasterId id="2147483781" r:id="rId68"/>
    <p:sldMasterId id="2147483783" r:id="rId69"/>
    <p:sldMasterId id="2147483785" r:id="rId70"/>
    <p:sldMasterId id="2147483787" r:id="rId71"/>
    <p:sldMasterId id="2147483789" r:id="rId72"/>
    <p:sldMasterId id="2147483791" r:id="rId73"/>
    <p:sldMasterId id="2147483793" r:id="rId74"/>
    <p:sldMasterId id="2147483795" r:id="rId75"/>
    <p:sldMasterId id="2147483797" r:id="rId76"/>
    <p:sldMasterId id="2147483799" r:id="rId77"/>
    <p:sldMasterId id="2147483801" r:id="rId78"/>
    <p:sldMasterId id="2147483803" r:id="rId79"/>
    <p:sldMasterId id="2147483805" r:id="rId80"/>
    <p:sldMasterId id="2147483807" r:id="rId81"/>
    <p:sldMasterId id="2147483809" r:id="rId82"/>
    <p:sldMasterId id="2147483811" r:id="rId83"/>
    <p:sldMasterId id="2147483813" r:id="rId84"/>
    <p:sldMasterId id="2147483815" r:id="rId85"/>
    <p:sldMasterId id="2147483817" r:id="rId86"/>
    <p:sldMasterId id="2147483819" r:id="rId87"/>
    <p:sldMasterId id="2147483821" r:id="rId88"/>
    <p:sldMasterId id="2147483823" r:id="rId89"/>
    <p:sldMasterId id="2147483825" r:id="rId90"/>
    <p:sldMasterId id="2147483827" r:id="rId91"/>
    <p:sldMasterId id="2147483829" r:id="rId92"/>
    <p:sldMasterId id="2147483831" r:id="rId93"/>
    <p:sldMasterId id="2147483833" r:id="rId94"/>
    <p:sldMasterId id="2147483835" r:id="rId95"/>
    <p:sldMasterId id="2147483837" r:id="rId96"/>
    <p:sldMasterId id="2147483839" r:id="rId97"/>
    <p:sldMasterId id="2147483841" r:id="rId98"/>
    <p:sldMasterId id="2147483843" r:id="rId99"/>
    <p:sldMasterId id="2147483845" r:id="rId100"/>
    <p:sldMasterId id="2147483847" r:id="rId101"/>
    <p:sldMasterId id="2147483849" r:id="rId102"/>
    <p:sldMasterId id="2147483851" r:id="rId103"/>
    <p:sldMasterId id="2147483853" r:id="rId104"/>
    <p:sldMasterId id="2147483855" r:id="rId105"/>
    <p:sldMasterId id="2147483857" r:id="rId106"/>
    <p:sldMasterId id="2147483859" r:id="rId107"/>
    <p:sldMasterId id="2147483861" r:id="rId108"/>
    <p:sldMasterId id="2147483863" r:id="rId109"/>
    <p:sldMasterId id="2147483865" r:id="rId110"/>
    <p:sldMasterId id="2147483867" r:id="rId111"/>
    <p:sldMasterId id="2147483869" r:id="rId112"/>
    <p:sldMasterId id="2147483871" r:id="rId113"/>
    <p:sldMasterId id="2147483873" r:id="rId114"/>
    <p:sldMasterId id="2147483875" r:id="rId115"/>
    <p:sldMasterId id="2147483877" r:id="rId116"/>
    <p:sldMasterId id="2147483879" r:id="rId117"/>
    <p:sldMasterId id="2147483881" r:id="rId118"/>
    <p:sldMasterId id="2147483883" r:id="rId119"/>
    <p:sldMasterId id="2147483885" r:id="rId120"/>
    <p:sldMasterId id="2147483887" r:id="rId121"/>
    <p:sldMasterId id="2147483889" r:id="rId122"/>
    <p:sldMasterId id="2147483891" r:id="rId123"/>
    <p:sldMasterId id="2147483893" r:id="rId124"/>
    <p:sldMasterId id="2147483895" r:id="rId125"/>
    <p:sldMasterId id="2147483897" r:id="rId126"/>
    <p:sldMasterId id="2147483899" r:id="rId127"/>
    <p:sldMasterId id="2147483901" r:id="rId128"/>
    <p:sldMasterId id="2147483903" r:id="rId129"/>
    <p:sldMasterId id="2147483905" r:id="rId130"/>
    <p:sldMasterId id="2147483907" r:id="rId131"/>
    <p:sldMasterId id="2147483909" r:id="rId132"/>
    <p:sldMasterId id="2147483911" r:id="rId133"/>
    <p:sldMasterId id="2147483913" r:id="rId134"/>
    <p:sldMasterId id="2147483915" r:id="rId135"/>
    <p:sldMasterId id="2147483917" r:id="rId136"/>
    <p:sldMasterId id="2147483919" r:id="rId137"/>
    <p:sldMasterId id="2147483921" r:id="rId138"/>
    <p:sldMasterId id="2147483923" r:id="rId139"/>
    <p:sldMasterId id="2147483925" r:id="rId140"/>
    <p:sldMasterId id="2147483927" r:id="rId141"/>
    <p:sldMasterId id="2147483929" r:id="rId142"/>
    <p:sldMasterId id="2147483931" r:id="rId143"/>
    <p:sldMasterId id="2147483933" r:id="rId144"/>
    <p:sldMasterId id="2147483935" r:id="rId145"/>
    <p:sldMasterId id="2147483937" r:id="rId146"/>
    <p:sldMasterId id="2147483939" r:id="rId147"/>
    <p:sldMasterId id="2147483941" r:id="rId148"/>
    <p:sldMasterId id="2147483943" r:id="rId149"/>
    <p:sldMasterId id="2147483945" r:id="rId150"/>
    <p:sldMasterId id="2147483947" r:id="rId151"/>
    <p:sldMasterId id="2147483949" r:id="rId152"/>
    <p:sldMasterId id="2147483951" r:id="rId153"/>
    <p:sldMasterId id="2147483953" r:id="rId154"/>
    <p:sldMasterId id="2147483955" r:id="rId155"/>
    <p:sldMasterId id="2147483957" r:id="rId156"/>
    <p:sldMasterId id="2147483959" r:id="rId157"/>
    <p:sldMasterId id="2147483961" r:id="rId158"/>
    <p:sldMasterId id="2147483963" r:id="rId159"/>
    <p:sldMasterId id="2147483965" r:id="rId160"/>
    <p:sldMasterId id="2147483967" r:id="rId161"/>
    <p:sldMasterId id="2147483969" r:id="rId162"/>
    <p:sldMasterId id="2147483971" r:id="rId163"/>
    <p:sldMasterId id="2147483973" r:id="rId164"/>
    <p:sldMasterId id="2147483975" r:id="rId165"/>
    <p:sldMasterId id="2147483977" r:id="rId166"/>
    <p:sldMasterId id="2147483979" r:id="rId167"/>
    <p:sldMasterId id="2147483981" r:id="rId168"/>
    <p:sldMasterId id="2147483983" r:id="rId169"/>
    <p:sldMasterId id="2147483985" r:id="rId170"/>
  </p:sldMasterIdLst>
  <p:notesMasterIdLst>
    <p:notesMasterId r:id="rId171"/>
  </p:notesMasterIdLst>
  <p:sldIdLst>
    <p:sldId id="256" r:id="rId172"/>
    <p:sldId id="257" r:id="rId173"/>
    <p:sldId id="258" r:id="rId174"/>
    <p:sldId id="259" r:id="rId175"/>
    <p:sldId id="260" r:id="rId176"/>
    <p:sldId id="261" r:id="rId177"/>
    <p:sldId id="262" r:id="rId178"/>
    <p:sldId id="263" r:id="rId179"/>
    <p:sldId id="264" r:id="rId180"/>
    <p:sldId id="265" r:id="rId181"/>
    <p:sldId id="266" r:id="rId182"/>
    <p:sldId id="267" r:id="rId183"/>
    <p:sldId id="268" r:id="rId184"/>
    <p:sldId id="269" r:id="rId185"/>
    <p:sldId id="270" r:id="rId186"/>
    <p:sldId id="271" r:id="rId187"/>
    <p:sldId id="272" r:id="rId188"/>
    <p:sldId id="273" r:id="rId189"/>
    <p:sldId id="274" r:id="rId190"/>
    <p:sldId id="275" r:id="rId191"/>
    <p:sldId id="276" r:id="rId192"/>
    <p:sldId id="277" r:id="rId193"/>
    <p:sldId id="278" r:id="rId19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Master" Target="slideMasters/slideMaster73.xml"/><Relationship Id="rId75" Type="http://schemas.openxmlformats.org/officeDocument/2006/relationships/slideMaster" Target="slideMasters/slideMaster74.xml"/><Relationship Id="rId76" Type="http://schemas.openxmlformats.org/officeDocument/2006/relationships/slideMaster" Target="slideMasters/slideMaster75.xml"/><Relationship Id="rId77" Type="http://schemas.openxmlformats.org/officeDocument/2006/relationships/slideMaster" Target="slideMasters/slideMaster76.xml"/><Relationship Id="rId78" Type="http://schemas.openxmlformats.org/officeDocument/2006/relationships/slideMaster" Target="slideMasters/slideMaster77.xml"/><Relationship Id="rId79" Type="http://schemas.openxmlformats.org/officeDocument/2006/relationships/slideMaster" Target="slideMasters/slideMaster78.xml"/><Relationship Id="rId80" Type="http://schemas.openxmlformats.org/officeDocument/2006/relationships/slideMaster" Target="slideMasters/slideMaster79.xml"/><Relationship Id="rId81" Type="http://schemas.openxmlformats.org/officeDocument/2006/relationships/slideMaster" Target="slideMasters/slideMaster80.xml"/><Relationship Id="rId82" Type="http://schemas.openxmlformats.org/officeDocument/2006/relationships/slideMaster" Target="slideMasters/slideMaster81.xml"/><Relationship Id="rId83" Type="http://schemas.openxmlformats.org/officeDocument/2006/relationships/slideMaster" Target="slideMasters/slideMaster82.xml"/><Relationship Id="rId84" Type="http://schemas.openxmlformats.org/officeDocument/2006/relationships/slideMaster" Target="slideMasters/slideMaster83.xml"/><Relationship Id="rId85" Type="http://schemas.openxmlformats.org/officeDocument/2006/relationships/slideMaster" Target="slideMasters/slideMaster84.xml"/><Relationship Id="rId86" Type="http://schemas.openxmlformats.org/officeDocument/2006/relationships/slideMaster" Target="slideMasters/slideMaster85.xml"/><Relationship Id="rId87" Type="http://schemas.openxmlformats.org/officeDocument/2006/relationships/slideMaster" Target="slideMasters/slideMaster86.xml"/><Relationship Id="rId88" Type="http://schemas.openxmlformats.org/officeDocument/2006/relationships/slideMaster" Target="slideMasters/slideMaster87.xml"/><Relationship Id="rId89" Type="http://schemas.openxmlformats.org/officeDocument/2006/relationships/slideMaster" Target="slideMasters/slideMaster88.xml"/><Relationship Id="rId90" Type="http://schemas.openxmlformats.org/officeDocument/2006/relationships/slideMaster" Target="slideMasters/slideMaster89.xml"/><Relationship Id="rId91" Type="http://schemas.openxmlformats.org/officeDocument/2006/relationships/slideMaster" Target="slideMasters/slideMaster90.xml"/><Relationship Id="rId92" Type="http://schemas.openxmlformats.org/officeDocument/2006/relationships/slideMaster" Target="slideMasters/slideMaster91.xml"/><Relationship Id="rId93" Type="http://schemas.openxmlformats.org/officeDocument/2006/relationships/slideMaster" Target="slideMasters/slideMaster92.xml"/><Relationship Id="rId94" Type="http://schemas.openxmlformats.org/officeDocument/2006/relationships/slideMaster" Target="slideMasters/slideMaster93.xml"/><Relationship Id="rId95" Type="http://schemas.openxmlformats.org/officeDocument/2006/relationships/slideMaster" Target="slideMasters/slideMaster94.xml"/><Relationship Id="rId96" Type="http://schemas.openxmlformats.org/officeDocument/2006/relationships/slideMaster" Target="slideMasters/slideMaster95.xml"/><Relationship Id="rId97" Type="http://schemas.openxmlformats.org/officeDocument/2006/relationships/slideMaster" Target="slideMasters/slideMaster96.xml"/><Relationship Id="rId98" Type="http://schemas.openxmlformats.org/officeDocument/2006/relationships/slideMaster" Target="slideMasters/slideMaster97.xml"/><Relationship Id="rId99" Type="http://schemas.openxmlformats.org/officeDocument/2006/relationships/slideMaster" Target="slideMasters/slideMaster98.xml"/><Relationship Id="rId100" Type="http://schemas.openxmlformats.org/officeDocument/2006/relationships/slideMaster" Target="slideMasters/slideMaster99.xml"/><Relationship Id="rId101" Type="http://schemas.openxmlformats.org/officeDocument/2006/relationships/slideMaster" Target="slideMasters/slideMaster100.xml"/><Relationship Id="rId102" Type="http://schemas.openxmlformats.org/officeDocument/2006/relationships/slideMaster" Target="slideMasters/slideMaster101.xml"/><Relationship Id="rId103" Type="http://schemas.openxmlformats.org/officeDocument/2006/relationships/slideMaster" Target="slideMasters/slideMaster102.xml"/><Relationship Id="rId104" Type="http://schemas.openxmlformats.org/officeDocument/2006/relationships/slideMaster" Target="slideMasters/slideMaster103.xml"/><Relationship Id="rId105" Type="http://schemas.openxmlformats.org/officeDocument/2006/relationships/slideMaster" Target="slideMasters/slideMaster104.xml"/><Relationship Id="rId106" Type="http://schemas.openxmlformats.org/officeDocument/2006/relationships/slideMaster" Target="slideMasters/slideMaster105.xml"/><Relationship Id="rId107" Type="http://schemas.openxmlformats.org/officeDocument/2006/relationships/slideMaster" Target="slideMasters/slideMaster106.xml"/><Relationship Id="rId108" Type="http://schemas.openxmlformats.org/officeDocument/2006/relationships/slideMaster" Target="slideMasters/slideMaster107.xml"/><Relationship Id="rId109" Type="http://schemas.openxmlformats.org/officeDocument/2006/relationships/slideMaster" Target="slideMasters/slideMaster108.xml"/><Relationship Id="rId110" Type="http://schemas.openxmlformats.org/officeDocument/2006/relationships/slideMaster" Target="slideMasters/slideMaster109.xml"/><Relationship Id="rId111" Type="http://schemas.openxmlformats.org/officeDocument/2006/relationships/slideMaster" Target="slideMasters/slideMaster110.xml"/><Relationship Id="rId112" Type="http://schemas.openxmlformats.org/officeDocument/2006/relationships/slideMaster" Target="slideMasters/slideMaster111.xml"/><Relationship Id="rId113" Type="http://schemas.openxmlformats.org/officeDocument/2006/relationships/slideMaster" Target="slideMasters/slideMaster112.xml"/><Relationship Id="rId114" Type="http://schemas.openxmlformats.org/officeDocument/2006/relationships/slideMaster" Target="slideMasters/slideMaster113.xml"/><Relationship Id="rId115" Type="http://schemas.openxmlformats.org/officeDocument/2006/relationships/slideMaster" Target="slideMasters/slideMaster114.xml"/><Relationship Id="rId116" Type="http://schemas.openxmlformats.org/officeDocument/2006/relationships/slideMaster" Target="slideMasters/slideMaster115.xml"/><Relationship Id="rId117" Type="http://schemas.openxmlformats.org/officeDocument/2006/relationships/slideMaster" Target="slideMasters/slideMaster116.xml"/><Relationship Id="rId118" Type="http://schemas.openxmlformats.org/officeDocument/2006/relationships/slideMaster" Target="slideMasters/slideMaster117.xml"/><Relationship Id="rId119" Type="http://schemas.openxmlformats.org/officeDocument/2006/relationships/slideMaster" Target="slideMasters/slideMaster118.xml"/><Relationship Id="rId120" Type="http://schemas.openxmlformats.org/officeDocument/2006/relationships/slideMaster" Target="slideMasters/slideMaster119.xml"/><Relationship Id="rId121" Type="http://schemas.openxmlformats.org/officeDocument/2006/relationships/slideMaster" Target="slideMasters/slideMaster120.xml"/><Relationship Id="rId122" Type="http://schemas.openxmlformats.org/officeDocument/2006/relationships/slideMaster" Target="slideMasters/slideMaster121.xml"/><Relationship Id="rId123" Type="http://schemas.openxmlformats.org/officeDocument/2006/relationships/slideMaster" Target="slideMasters/slideMaster122.xml"/><Relationship Id="rId124" Type="http://schemas.openxmlformats.org/officeDocument/2006/relationships/slideMaster" Target="slideMasters/slideMaster123.xml"/><Relationship Id="rId125" Type="http://schemas.openxmlformats.org/officeDocument/2006/relationships/slideMaster" Target="slideMasters/slideMaster124.xml"/><Relationship Id="rId126" Type="http://schemas.openxmlformats.org/officeDocument/2006/relationships/slideMaster" Target="slideMasters/slideMaster125.xml"/><Relationship Id="rId127" Type="http://schemas.openxmlformats.org/officeDocument/2006/relationships/slideMaster" Target="slideMasters/slideMaster126.xml"/><Relationship Id="rId128" Type="http://schemas.openxmlformats.org/officeDocument/2006/relationships/slideMaster" Target="slideMasters/slideMaster127.xml"/><Relationship Id="rId129" Type="http://schemas.openxmlformats.org/officeDocument/2006/relationships/slideMaster" Target="slideMasters/slideMaster128.xml"/><Relationship Id="rId130" Type="http://schemas.openxmlformats.org/officeDocument/2006/relationships/slideMaster" Target="slideMasters/slideMaster129.xml"/><Relationship Id="rId131" Type="http://schemas.openxmlformats.org/officeDocument/2006/relationships/slideMaster" Target="slideMasters/slideMaster130.xml"/><Relationship Id="rId132" Type="http://schemas.openxmlformats.org/officeDocument/2006/relationships/slideMaster" Target="slideMasters/slideMaster131.xml"/><Relationship Id="rId133" Type="http://schemas.openxmlformats.org/officeDocument/2006/relationships/slideMaster" Target="slideMasters/slideMaster132.xml"/><Relationship Id="rId134" Type="http://schemas.openxmlformats.org/officeDocument/2006/relationships/slideMaster" Target="slideMasters/slideMaster133.xml"/><Relationship Id="rId135" Type="http://schemas.openxmlformats.org/officeDocument/2006/relationships/slideMaster" Target="slideMasters/slideMaster134.xml"/><Relationship Id="rId136" Type="http://schemas.openxmlformats.org/officeDocument/2006/relationships/slideMaster" Target="slideMasters/slideMaster135.xml"/><Relationship Id="rId137" Type="http://schemas.openxmlformats.org/officeDocument/2006/relationships/slideMaster" Target="slideMasters/slideMaster136.xml"/><Relationship Id="rId138" Type="http://schemas.openxmlformats.org/officeDocument/2006/relationships/slideMaster" Target="slideMasters/slideMaster137.xml"/><Relationship Id="rId139" Type="http://schemas.openxmlformats.org/officeDocument/2006/relationships/slideMaster" Target="slideMasters/slideMaster138.xml"/><Relationship Id="rId140" Type="http://schemas.openxmlformats.org/officeDocument/2006/relationships/slideMaster" Target="slideMasters/slideMaster139.xml"/><Relationship Id="rId141" Type="http://schemas.openxmlformats.org/officeDocument/2006/relationships/slideMaster" Target="slideMasters/slideMaster140.xml"/><Relationship Id="rId142" Type="http://schemas.openxmlformats.org/officeDocument/2006/relationships/slideMaster" Target="slideMasters/slideMaster141.xml"/><Relationship Id="rId143" Type="http://schemas.openxmlformats.org/officeDocument/2006/relationships/slideMaster" Target="slideMasters/slideMaster142.xml"/><Relationship Id="rId144" Type="http://schemas.openxmlformats.org/officeDocument/2006/relationships/slideMaster" Target="slideMasters/slideMaster143.xml"/><Relationship Id="rId145" Type="http://schemas.openxmlformats.org/officeDocument/2006/relationships/slideMaster" Target="slideMasters/slideMaster144.xml"/><Relationship Id="rId146" Type="http://schemas.openxmlformats.org/officeDocument/2006/relationships/slideMaster" Target="slideMasters/slideMaster145.xml"/><Relationship Id="rId147" Type="http://schemas.openxmlformats.org/officeDocument/2006/relationships/slideMaster" Target="slideMasters/slideMaster146.xml"/><Relationship Id="rId148" Type="http://schemas.openxmlformats.org/officeDocument/2006/relationships/slideMaster" Target="slideMasters/slideMaster147.xml"/><Relationship Id="rId149" Type="http://schemas.openxmlformats.org/officeDocument/2006/relationships/slideMaster" Target="slideMasters/slideMaster148.xml"/><Relationship Id="rId150" Type="http://schemas.openxmlformats.org/officeDocument/2006/relationships/slideMaster" Target="slideMasters/slideMaster149.xml"/><Relationship Id="rId151" Type="http://schemas.openxmlformats.org/officeDocument/2006/relationships/slideMaster" Target="slideMasters/slideMaster150.xml"/><Relationship Id="rId152" Type="http://schemas.openxmlformats.org/officeDocument/2006/relationships/slideMaster" Target="slideMasters/slideMaster151.xml"/><Relationship Id="rId153" Type="http://schemas.openxmlformats.org/officeDocument/2006/relationships/slideMaster" Target="slideMasters/slideMaster152.xml"/><Relationship Id="rId154" Type="http://schemas.openxmlformats.org/officeDocument/2006/relationships/slideMaster" Target="slideMasters/slideMaster153.xml"/><Relationship Id="rId155" Type="http://schemas.openxmlformats.org/officeDocument/2006/relationships/slideMaster" Target="slideMasters/slideMaster154.xml"/><Relationship Id="rId156" Type="http://schemas.openxmlformats.org/officeDocument/2006/relationships/slideMaster" Target="slideMasters/slideMaster155.xml"/><Relationship Id="rId157" Type="http://schemas.openxmlformats.org/officeDocument/2006/relationships/slideMaster" Target="slideMasters/slideMaster156.xml"/><Relationship Id="rId158" Type="http://schemas.openxmlformats.org/officeDocument/2006/relationships/slideMaster" Target="slideMasters/slideMaster157.xml"/><Relationship Id="rId159" Type="http://schemas.openxmlformats.org/officeDocument/2006/relationships/slideMaster" Target="slideMasters/slideMaster158.xml"/><Relationship Id="rId160" Type="http://schemas.openxmlformats.org/officeDocument/2006/relationships/slideMaster" Target="slideMasters/slideMaster159.xml"/><Relationship Id="rId161" Type="http://schemas.openxmlformats.org/officeDocument/2006/relationships/slideMaster" Target="slideMasters/slideMaster160.xml"/><Relationship Id="rId162" Type="http://schemas.openxmlformats.org/officeDocument/2006/relationships/slideMaster" Target="slideMasters/slideMaster161.xml"/><Relationship Id="rId163" Type="http://schemas.openxmlformats.org/officeDocument/2006/relationships/slideMaster" Target="slideMasters/slideMaster162.xml"/><Relationship Id="rId164" Type="http://schemas.openxmlformats.org/officeDocument/2006/relationships/slideMaster" Target="slideMasters/slideMaster163.xml"/><Relationship Id="rId165" Type="http://schemas.openxmlformats.org/officeDocument/2006/relationships/slideMaster" Target="slideMasters/slideMaster164.xml"/><Relationship Id="rId166" Type="http://schemas.openxmlformats.org/officeDocument/2006/relationships/slideMaster" Target="slideMasters/slideMaster165.xml"/><Relationship Id="rId167" Type="http://schemas.openxmlformats.org/officeDocument/2006/relationships/slideMaster" Target="slideMasters/slideMaster166.xml"/><Relationship Id="rId168" Type="http://schemas.openxmlformats.org/officeDocument/2006/relationships/slideMaster" Target="slideMasters/slideMaster167.xml"/><Relationship Id="rId169" Type="http://schemas.openxmlformats.org/officeDocument/2006/relationships/slideMaster" Target="slideMasters/slideMaster168.xml"/><Relationship Id="rId170" Type="http://schemas.openxmlformats.org/officeDocument/2006/relationships/slideMaster" Target="slideMasters/slideMaster169.xml"/><Relationship Id="rId171" Type="http://schemas.openxmlformats.org/officeDocument/2006/relationships/notesMaster" Target="notesMasters/notesMaster1.xml"/><Relationship Id="rId172" Type="http://schemas.openxmlformats.org/officeDocument/2006/relationships/slide" Target="slides/slide1.xml"/><Relationship Id="rId173" Type="http://schemas.openxmlformats.org/officeDocument/2006/relationships/slide" Target="slides/slide2.xml"/><Relationship Id="rId174" Type="http://schemas.openxmlformats.org/officeDocument/2006/relationships/slide" Target="slides/slide3.xml"/><Relationship Id="rId175" Type="http://schemas.openxmlformats.org/officeDocument/2006/relationships/slide" Target="slides/slide4.xml"/><Relationship Id="rId176" Type="http://schemas.openxmlformats.org/officeDocument/2006/relationships/slide" Target="slides/slide5.xml"/><Relationship Id="rId177" Type="http://schemas.openxmlformats.org/officeDocument/2006/relationships/slide" Target="slides/slide6.xml"/><Relationship Id="rId178" Type="http://schemas.openxmlformats.org/officeDocument/2006/relationships/slide" Target="slides/slide7.xml"/><Relationship Id="rId179" Type="http://schemas.openxmlformats.org/officeDocument/2006/relationships/slide" Target="slides/slide8.xml"/><Relationship Id="rId180" Type="http://schemas.openxmlformats.org/officeDocument/2006/relationships/slide" Target="slides/slide9.xml"/><Relationship Id="rId181" Type="http://schemas.openxmlformats.org/officeDocument/2006/relationships/slide" Target="slides/slide10.xml"/><Relationship Id="rId182" Type="http://schemas.openxmlformats.org/officeDocument/2006/relationships/slide" Target="slides/slide11.xml"/><Relationship Id="rId183" Type="http://schemas.openxmlformats.org/officeDocument/2006/relationships/slide" Target="slides/slide12.xml"/><Relationship Id="rId184" Type="http://schemas.openxmlformats.org/officeDocument/2006/relationships/slide" Target="slides/slide13.xml"/><Relationship Id="rId185" Type="http://schemas.openxmlformats.org/officeDocument/2006/relationships/slide" Target="slides/slide14.xml"/><Relationship Id="rId186" Type="http://schemas.openxmlformats.org/officeDocument/2006/relationships/slide" Target="slides/slide15.xml"/><Relationship Id="rId187" Type="http://schemas.openxmlformats.org/officeDocument/2006/relationships/slide" Target="slides/slide16.xml"/><Relationship Id="rId188" Type="http://schemas.openxmlformats.org/officeDocument/2006/relationships/slide" Target="slides/slide17.xml"/><Relationship Id="rId189" Type="http://schemas.openxmlformats.org/officeDocument/2006/relationships/slide" Target="slides/slide18.xml"/><Relationship Id="rId190" Type="http://schemas.openxmlformats.org/officeDocument/2006/relationships/slide" Target="slides/slide19.xml"/><Relationship Id="rId191" Type="http://schemas.openxmlformats.org/officeDocument/2006/relationships/slide" Target="slides/slide20.xml"/><Relationship Id="rId192" Type="http://schemas.openxmlformats.org/officeDocument/2006/relationships/slide" Target="slides/slide21.xml"/><Relationship Id="rId193" Type="http://schemas.openxmlformats.org/officeDocument/2006/relationships/slide" Target="slides/slide22.xml"/><Relationship Id="rId194" Type="http://schemas.openxmlformats.org/officeDocument/2006/relationships/slide" Target="slides/slide23.xml"/><Relationship Id="rId195" Type="http://schemas.openxmlformats.org/officeDocument/2006/relationships/presProps" Target="presProps.xml"/>
</Relationships>
</file>

<file path=ppt/diagrams/_rels/data1.xml.rels><?xml version="1.0" encoding="UTF-8"?>
<Relationships xmlns="http://schemas.openxmlformats.org/package/2006/relationships"><Relationship Id="rId1" Type="http://schemas.openxmlformats.org/officeDocument/2006/relationships/image" Target="../media/OOXDiagramDataRels1_0.png"/><Relationship Id="rId2" Type="http://schemas.openxmlformats.org/officeDocument/2006/relationships/image" Target="../media/OOXDiagramDataRels1_1.svg"/><Relationship Id="rId3" Type="http://schemas.openxmlformats.org/officeDocument/2006/relationships/image" Target="../media/OOXDiagramDataRels1_2.png"/><Relationship Id="rId4" Type="http://schemas.openxmlformats.org/officeDocument/2006/relationships/image" Target="../media/OOXDiagramDataRels1_3.svg"/><Relationship Id="rId5" Type="http://schemas.openxmlformats.org/officeDocument/2006/relationships/image" Target="../media/OOXDiagramDataRels1_4.png"/><Relationship Id="rId6" Type="http://schemas.openxmlformats.org/officeDocument/2006/relationships/image" Target="../media/OOXDiagramDataRels1_5.svg"/>
</Relationships>
</file>

<file path=ppt/diagrams/_rels/drawing1.xml.rels><?xml version="1.0" encoding="UTF-8"?>
<Relationships xmlns="http://schemas.openxmlformats.org/package/2006/relationships"><Relationship Id="rId1" Type="http://schemas.openxmlformats.org/officeDocument/2006/relationships/image" Target="../media/OOXDiagramDrawingRels1_0.png"/><Relationship Id="rId2" Type="http://schemas.openxmlformats.org/officeDocument/2006/relationships/image" Target="../media/OOXDiagramDrawingRels1_1.svg"/><Relationship Id="rId3" Type="http://schemas.openxmlformats.org/officeDocument/2006/relationships/image" Target="../media/OOXDiagramDrawingRels1_2.png"/><Relationship Id="rId4" Type="http://schemas.openxmlformats.org/officeDocument/2006/relationships/image" Target="../media/OOXDiagramDrawingRels1_3.svg"/><Relationship Id="rId5" Type="http://schemas.openxmlformats.org/officeDocument/2006/relationships/image" Target="../media/OOXDiagramDrawingRels1_4.png"/><Relationship Id="rId6" Type="http://schemas.openxmlformats.org/officeDocument/2006/relationships/image" Target="../media/OOXDiagramDrawingRels1_5.svg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E08FB5-0B16-4800-9F35-BF1A29E7990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5" csCatId="colorful" phldr="1"/>
      <dgm:spPr/>
      <dgm:t>
        <a:bodyPr/>
        <a:lstStyle/>
        <a:p>
          <a:endParaRPr lang="tr-TR"/>
        </a:p>
      </dgm:t>
    </dgm:pt>
    <dgm:pt modelId="{34702ADF-8F50-469F-8DA0-53958B3CEA1D}">
      <dgm:prSet phldrT="[Metin]"/>
      <dgm:spPr/>
      <dgm:t>
        <a:bodyPr/>
        <a:lstStyle/>
        <a:p>
          <a:r>
            <a:rPr lang="tr-TR">
              <a:effectLst/>
            </a:rPr>
            <a:t>1. Problem Definition</a:t>
          </a:r>
        </a:p>
      </dgm:t>
    </dgm:pt>
    <dgm:pt modelId="{00CDC4D2-1540-4419-A307-74A959EA5E7B}" type="parTrans" cxnId="{AADC60FF-67F3-4B32-A30C-C3526E1E2451}">
      <dgm:prSet/>
      <dgm:spPr/>
      <dgm:t>
        <a:bodyPr/>
        <a:lstStyle/>
        <a:p>
          <a:endParaRPr lang="tr-TR"/>
        </a:p>
      </dgm:t>
    </dgm:pt>
    <dgm:pt modelId="{4A2BE2DF-E285-48FD-A704-90A56138AFD7}" type="sibTrans" cxnId="{AADC60FF-67F3-4B32-A30C-C3526E1E2451}">
      <dgm:prSet/>
      <dgm:spPr/>
      <dgm:t>
        <a:bodyPr/>
        <a:lstStyle/>
        <a:p>
          <a:endParaRPr lang="tr-TR"/>
        </a:p>
      </dgm:t>
    </dgm:pt>
    <dgm:pt modelId="{74646B42-F1E6-4CB8-A1F5-3ED687C460C8}">
      <dgm:prSet phldrT="[Metin]"/>
      <dgm:spPr/>
      <dgm:t>
        <a:bodyPr/>
        <a:lstStyle/>
        <a:p>
          <a:r>
            <a:rPr lang="tr-TR">
              <a:effectLst/>
            </a:rPr>
            <a:t>3. Black Box Techinques</a:t>
          </a:r>
        </a:p>
      </dgm:t>
    </dgm:pt>
    <dgm:pt modelId="{4DDC1BF5-9FDB-4C74-9FB0-8732C4BA5B37}" type="parTrans" cxnId="{95D7AA32-0639-4E76-A721-E8EB38FB7CA2}">
      <dgm:prSet/>
      <dgm:spPr/>
      <dgm:t>
        <a:bodyPr/>
        <a:lstStyle/>
        <a:p>
          <a:endParaRPr lang="tr-TR"/>
        </a:p>
      </dgm:t>
    </dgm:pt>
    <dgm:pt modelId="{6A2B15C6-36AE-4693-A56A-3621C34B6498}" type="sibTrans" cxnId="{95D7AA32-0639-4E76-A721-E8EB38FB7CA2}">
      <dgm:prSet/>
      <dgm:spPr/>
      <dgm:t>
        <a:bodyPr/>
        <a:lstStyle/>
        <a:p>
          <a:endParaRPr lang="tr-TR"/>
        </a:p>
      </dgm:t>
    </dgm:pt>
    <dgm:pt modelId="{9BCB835F-5447-4518-93CE-4E108192A4EF}">
      <dgm:prSet phldrT="[Metin]"/>
      <dgm:spPr/>
      <dgm:t>
        <a:bodyPr/>
        <a:lstStyle/>
        <a:p>
          <a:r>
            <a:rPr lang="tr-TR">
              <a:effectLst/>
            </a:rPr>
            <a:t>4. Unit Tests &amp; Automated Testing</a:t>
          </a:r>
        </a:p>
      </dgm:t>
    </dgm:pt>
    <dgm:pt modelId="{C63A579D-453C-4E6B-B39C-5E99D536DB59}" type="parTrans" cxnId="{C4953486-B1BB-4802-9619-049AE01AF399}">
      <dgm:prSet/>
      <dgm:spPr/>
      <dgm:t>
        <a:bodyPr/>
        <a:lstStyle/>
        <a:p>
          <a:endParaRPr lang="tr-TR"/>
        </a:p>
      </dgm:t>
    </dgm:pt>
    <dgm:pt modelId="{10B3CB44-EC38-4E8F-BCF9-38DD66FB758C}" type="sibTrans" cxnId="{C4953486-B1BB-4802-9619-049AE01AF399}">
      <dgm:prSet/>
      <dgm:spPr/>
      <dgm:t>
        <a:bodyPr/>
        <a:lstStyle/>
        <a:p>
          <a:endParaRPr lang="tr-TR"/>
        </a:p>
      </dgm:t>
    </dgm:pt>
    <dgm:pt modelId="{2A32FB6E-A9F6-4FE0-95D4-7DE42E332168}">
      <dgm:prSet/>
      <dgm:spPr/>
      <dgm:t>
        <a:bodyPr/>
        <a:lstStyle/>
        <a:p>
          <a:r>
            <a:rPr lang="tr-TR">
              <a:effectLst/>
            </a:rPr>
            <a:t>2. Application</a:t>
          </a:r>
          <a:r>
            <a:rPr lang="tr-TR">
              <a:effectLst/>
              <a:latin typeface="Trebuchet MS" panose="020B0603020202020204"/>
            </a:rPr>
            <a:t> Analysis</a:t>
          </a:r>
          <a:endParaRPr lang="tr-TR">
            <a:effectLst/>
          </a:endParaRPr>
        </a:p>
        <a:p>
          <a:r>
            <a:rPr lang="tr-TR">
              <a:effectLst/>
            </a:rPr>
            <a:t>(website)</a:t>
          </a:r>
        </a:p>
      </dgm:t>
    </dgm:pt>
    <dgm:pt modelId="{1B8C9460-B494-4F0E-9E9D-B477B894E723}" type="parTrans" cxnId="{82B71D1D-272B-4717-9358-D5015CAC786F}">
      <dgm:prSet/>
      <dgm:spPr/>
      <dgm:t>
        <a:bodyPr/>
        <a:lstStyle/>
        <a:p>
          <a:endParaRPr lang="tr-TR"/>
        </a:p>
      </dgm:t>
    </dgm:pt>
    <dgm:pt modelId="{ECA35558-B3A9-47C9-AD59-1ECF4BB943AF}" type="sibTrans" cxnId="{82B71D1D-272B-4717-9358-D5015CAC786F}">
      <dgm:prSet/>
      <dgm:spPr/>
      <dgm:t>
        <a:bodyPr/>
        <a:lstStyle/>
        <a:p>
          <a:endParaRPr lang="tr-TR"/>
        </a:p>
      </dgm:t>
    </dgm:pt>
    <dgm:pt modelId="{F8ED5EF5-34B4-4586-B1C3-6B1A9C61260C}" type="pres">
      <dgm:prSet presAssocID="{28E08FB5-0B16-4800-9F35-BF1A29E7990F}" presName="root" presStyleCnt="0">
        <dgm:presLayoutVars>
          <dgm:dir/>
          <dgm:resizeHandles val="exact"/>
        </dgm:presLayoutVars>
      </dgm:prSet>
      <dgm:spPr/>
    </dgm:pt>
    <dgm:pt modelId="{AAE48B75-6874-43C1-AB31-C6B12671C60A}" type="pres">
      <dgm:prSet presAssocID="{28E08FB5-0B16-4800-9F35-BF1A29E7990F}" presName="container" presStyleCnt="0">
        <dgm:presLayoutVars>
          <dgm:dir/>
          <dgm:resizeHandles val="exact"/>
        </dgm:presLayoutVars>
      </dgm:prSet>
      <dgm:spPr/>
    </dgm:pt>
    <dgm:pt modelId="{8B846445-80C9-42F6-994C-390C80552268}" type="pres">
      <dgm:prSet presAssocID="{34702ADF-8F50-469F-8DA0-53958B3CEA1D}" presName="compNode" presStyleCnt="0"/>
      <dgm:spPr/>
    </dgm:pt>
    <dgm:pt modelId="{BD1E3DD8-8DAA-4758-AEC8-4FA556A21463}" type="pres">
      <dgm:prSet presAssocID="{34702ADF-8F50-469F-8DA0-53958B3CEA1D}" presName="iconBgRect" presStyleLbl="bgShp" presStyleIdx="0" presStyleCnt="4"/>
      <dgm:spPr/>
    </dgm:pt>
    <dgm:pt modelId="{B04281EA-6A38-4A44-A56B-9DA48E9F183A}" type="pres">
      <dgm:prSet presAssocID="{34702ADF-8F50-469F-8DA0-53958B3CEA1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031CF4B-E4F4-4A85-BD8D-664333D03DF5}" type="pres">
      <dgm:prSet presAssocID="{34702ADF-8F50-469F-8DA0-53958B3CEA1D}" presName="spaceRect" presStyleCnt="0"/>
      <dgm:spPr/>
    </dgm:pt>
    <dgm:pt modelId="{AAB7C387-5429-4754-A2E1-96029A9D6C9F}" type="pres">
      <dgm:prSet presAssocID="{34702ADF-8F50-469F-8DA0-53958B3CEA1D}" presName="textRect" presStyleLbl="revTx" presStyleIdx="0" presStyleCnt="4">
        <dgm:presLayoutVars>
          <dgm:chMax val="1"/>
          <dgm:chPref val="1"/>
        </dgm:presLayoutVars>
      </dgm:prSet>
      <dgm:spPr/>
    </dgm:pt>
    <dgm:pt modelId="{38D5019C-AEA9-437B-9DC2-5F445870BD94}" type="pres">
      <dgm:prSet presAssocID="{4A2BE2DF-E285-48FD-A704-90A56138AFD7}" presName="sibTrans" presStyleLbl="sibTrans2D1" presStyleIdx="0" presStyleCnt="0"/>
      <dgm:spPr/>
    </dgm:pt>
    <dgm:pt modelId="{BEAFEB7B-291D-4A4C-9F6C-3D78B44D89A3}" type="pres">
      <dgm:prSet presAssocID="{2A32FB6E-A9F6-4FE0-95D4-7DE42E332168}" presName="compNode" presStyleCnt="0"/>
      <dgm:spPr/>
    </dgm:pt>
    <dgm:pt modelId="{B7D8B0D5-FD36-4338-9CFF-86107CD991F7}" type="pres">
      <dgm:prSet presAssocID="{2A32FB6E-A9F6-4FE0-95D4-7DE42E332168}" presName="iconBgRect" presStyleLbl="bgShp" presStyleIdx="1" presStyleCnt="4" custLinFactNeighborX="682" custLinFactNeighborY="-2150"/>
      <dgm:spPr/>
    </dgm:pt>
    <dgm:pt modelId="{B04D1740-F53D-411B-A226-8D3F39120599}" type="pres">
      <dgm:prSet presAssocID="{2A32FB6E-A9F6-4FE0-95D4-7DE42E332168}" presName="iconRect" presStyleLbl="node1" presStyleIdx="1" presStyleCnt="4" custFlipVert="0" custFlipHor="1" custScaleX="57351" custScaleY="67219" custLinFactX="200000" custLinFactY="-19043" custLinFactNeighborX="219271" custLinFactNeighborY="-100000"/>
      <dgm:spPr>
        <a:ln>
          <a:noFill/>
        </a:ln>
      </dgm:spPr>
    </dgm:pt>
    <dgm:pt modelId="{EF293AD1-8493-4129-8A6C-0917C28A0BC5}" type="pres">
      <dgm:prSet presAssocID="{2A32FB6E-A9F6-4FE0-95D4-7DE42E332168}" presName="spaceRect" presStyleCnt="0"/>
      <dgm:spPr/>
    </dgm:pt>
    <dgm:pt modelId="{3D43015F-1CC7-4907-9CE3-E9D8D6132ED1}" type="pres">
      <dgm:prSet presAssocID="{2A32FB6E-A9F6-4FE0-95D4-7DE42E332168}" presName="textRect" presStyleLbl="revTx" presStyleIdx="1" presStyleCnt="4">
        <dgm:presLayoutVars>
          <dgm:chMax val="1"/>
          <dgm:chPref val="1"/>
        </dgm:presLayoutVars>
      </dgm:prSet>
      <dgm:spPr/>
    </dgm:pt>
    <dgm:pt modelId="{B697B1A0-3658-4A59-B2F6-9F25928F6398}" type="pres">
      <dgm:prSet presAssocID="{ECA35558-B3A9-47C9-AD59-1ECF4BB943AF}" presName="sibTrans" presStyleLbl="sibTrans2D1" presStyleIdx="0" presStyleCnt="0"/>
      <dgm:spPr/>
    </dgm:pt>
    <dgm:pt modelId="{BC3CF914-EB4E-484B-964E-54C3627AAC77}" type="pres">
      <dgm:prSet presAssocID="{74646B42-F1E6-4CB8-A1F5-3ED687C460C8}" presName="compNode" presStyleCnt="0"/>
      <dgm:spPr/>
    </dgm:pt>
    <dgm:pt modelId="{BE253C3F-1B9B-445D-BB0F-0A3C5EBEE48B}" type="pres">
      <dgm:prSet presAssocID="{74646B42-F1E6-4CB8-A1F5-3ED687C460C8}" presName="iconBgRect" presStyleLbl="bgShp" presStyleIdx="2" presStyleCnt="4"/>
      <dgm:spPr/>
    </dgm:pt>
    <dgm:pt modelId="{8CE63C9C-AB02-499A-BDAE-1130FE7230B0}" type="pres">
      <dgm:prSet presAssocID="{74646B42-F1E6-4CB8-A1F5-3ED687C460C8}" presName="iconRect" presStyleLbl="nod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C1A7AB3-DD2D-41E1-B9FE-0107567E0279}" type="pres">
      <dgm:prSet presAssocID="{74646B42-F1E6-4CB8-A1F5-3ED687C460C8}" presName="spaceRect" presStyleCnt="0"/>
      <dgm:spPr/>
    </dgm:pt>
    <dgm:pt modelId="{2DF4A0E4-97DA-4659-861C-EC68FD57F774}" type="pres">
      <dgm:prSet presAssocID="{74646B42-F1E6-4CB8-A1F5-3ED687C460C8}" presName="textRect" presStyleLbl="revTx" presStyleIdx="2" presStyleCnt="4">
        <dgm:presLayoutVars>
          <dgm:chMax val="1"/>
          <dgm:chPref val="1"/>
        </dgm:presLayoutVars>
      </dgm:prSet>
      <dgm:spPr/>
    </dgm:pt>
    <dgm:pt modelId="{A1825648-E372-422E-B8AE-188D5C40313D}" type="pres">
      <dgm:prSet presAssocID="{6A2B15C6-36AE-4693-A56A-3621C34B6498}" presName="sibTrans" presStyleLbl="sibTrans2D1" presStyleIdx="0" presStyleCnt="0"/>
      <dgm:spPr/>
    </dgm:pt>
    <dgm:pt modelId="{D32DF6C1-E401-4640-97F0-336C7E876330}" type="pres">
      <dgm:prSet presAssocID="{9BCB835F-5447-4518-93CE-4E108192A4EF}" presName="compNode" presStyleCnt="0"/>
      <dgm:spPr/>
    </dgm:pt>
    <dgm:pt modelId="{90C16745-715C-4267-AA6F-39543EE7BFB9}" type="pres">
      <dgm:prSet presAssocID="{9BCB835F-5447-4518-93CE-4E108192A4EF}" presName="iconBgRect" presStyleLbl="bgShp" presStyleIdx="3" presStyleCnt="4"/>
      <dgm:spPr/>
    </dgm:pt>
    <dgm:pt modelId="{0CBBC114-8AA2-4EF1-B39B-B8A4CA7BB7AC}" type="pres">
      <dgm:prSet presAssocID="{9BCB835F-5447-4518-93CE-4E108192A4EF}" presName="iconRect" presStyleLbl="node1" presStyleIdx="3" presStyleCnt="4" custScaleX="131864" custScaleY="127143" custLinFactY="-100000" custLinFactNeighborX="1176" custLinFactNeighborY="-17187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ternet outline"/>
        </a:ext>
      </dgm:extLst>
    </dgm:pt>
    <dgm:pt modelId="{75C34033-0566-45B2-8EE7-B3BDAE181273}" type="pres">
      <dgm:prSet presAssocID="{9BCB835F-5447-4518-93CE-4E108192A4EF}" presName="spaceRect" presStyleCnt="0"/>
      <dgm:spPr/>
    </dgm:pt>
    <dgm:pt modelId="{1257B4A9-002A-4BD6-8ED6-A16677008303}" type="pres">
      <dgm:prSet presAssocID="{9BCB835F-5447-4518-93CE-4E108192A4E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2B71D1D-272B-4717-9358-D5015CAC786F}" srcId="{28E08FB5-0B16-4800-9F35-BF1A29E7990F}" destId="{2A32FB6E-A9F6-4FE0-95D4-7DE42E332168}" srcOrd="1" destOrd="0" parTransId="{1B8C9460-B494-4F0E-9E9D-B477B894E723}" sibTransId="{ECA35558-B3A9-47C9-AD59-1ECF4BB943AF}"/>
    <dgm:cxn modelId="{A93C5521-6E3E-41C3-899D-16E8A9663120}" type="presOf" srcId="{2A32FB6E-A9F6-4FE0-95D4-7DE42E332168}" destId="{3D43015F-1CC7-4907-9CE3-E9D8D6132ED1}" srcOrd="0" destOrd="0" presId="urn:microsoft.com/office/officeart/2018/2/layout/IconCircleList"/>
    <dgm:cxn modelId="{31C66B24-A0AB-461E-9654-CB16CF760DDA}" type="presOf" srcId="{34702ADF-8F50-469F-8DA0-53958B3CEA1D}" destId="{AAB7C387-5429-4754-A2E1-96029A9D6C9F}" srcOrd="0" destOrd="0" presId="urn:microsoft.com/office/officeart/2018/2/layout/IconCircleList"/>
    <dgm:cxn modelId="{95D7AA32-0639-4E76-A721-E8EB38FB7CA2}" srcId="{28E08FB5-0B16-4800-9F35-BF1A29E7990F}" destId="{74646B42-F1E6-4CB8-A1F5-3ED687C460C8}" srcOrd="2" destOrd="0" parTransId="{4DDC1BF5-9FDB-4C74-9FB0-8732C4BA5B37}" sibTransId="{6A2B15C6-36AE-4693-A56A-3621C34B6498}"/>
    <dgm:cxn modelId="{D35A4C6A-AF17-46DA-BAF2-3E86E2310548}" type="presOf" srcId="{ECA35558-B3A9-47C9-AD59-1ECF4BB943AF}" destId="{B697B1A0-3658-4A59-B2F6-9F25928F6398}" srcOrd="0" destOrd="0" presId="urn:microsoft.com/office/officeart/2018/2/layout/IconCircleList"/>
    <dgm:cxn modelId="{4277ED7D-3460-4734-B94C-A70DF440F2FF}" type="presOf" srcId="{4A2BE2DF-E285-48FD-A704-90A56138AFD7}" destId="{38D5019C-AEA9-437B-9DC2-5F445870BD94}" srcOrd="0" destOrd="0" presId="urn:microsoft.com/office/officeart/2018/2/layout/IconCircleList"/>
    <dgm:cxn modelId="{85281080-40F6-4293-BCD5-B440D3442E81}" type="presOf" srcId="{74646B42-F1E6-4CB8-A1F5-3ED687C460C8}" destId="{2DF4A0E4-97DA-4659-861C-EC68FD57F774}" srcOrd="0" destOrd="0" presId="urn:microsoft.com/office/officeart/2018/2/layout/IconCircleList"/>
    <dgm:cxn modelId="{C4953486-B1BB-4802-9619-049AE01AF399}" srcId="{28E08FB5-0B16-4800-9F35-BF1A29E7990F}" destId="{9BCB835F-5447-4518-93CE-4E108192A4EF}" srcOrd="3" destOrd="0" parTransId="{C63A579D-453C-4E6B-B39C-5E99D536DB59}" sibTransId="{10B3CB44-EC38-4E8F-BCF9-38DD66FB758C}"/>
    <dgm:cxn modelId="{2FC423C4-E7E2-4990-9823-4C3CB537B9BD}" type="presOf" srcId="{6A2B15C6-36AE-4693-A56A-3621C34B6498}" destId="{A1825648-E372-422E-B8AE-188D5C40313D}" srcOrd="0" destOrd="0" presId="urn:microsoft.com/office/officeart/2018/2/layout/IconCircleList"/>
    <dgm:cxn modelId="{1E66A2E1-8528-4844-B809-31E93C185EE4}" type="presOf" srcId="{9BCB835F-5447-4518-93CE-4E108192A4EF}" destId="{1257B4A9-002A-4BD6-8ED6-A16677008303}" srcOrd="0" destOrd="0" presId="urn:microsoft.com/office/officeart/2018/2/layout/IconCircleList"/>
    <dgm:cxn modelId="{C01075F7-6E05-439D-ACFD-6EB6FCB3BAA9}" type="presOf" srcId="{28E08FB5-0B16-4800-9F35-BF1A29E7990F}" destId="{F8ED5EF5-34B4-4586-B1C3-6B1A9C61260C}" srcOrd="0" destOrd="0" presId="urn:microsoft.com/office/officeart/2018/2/layout/IconCircleList"/>
    <dgm:cxn modelId="{AADC60FF-67F3-4B32-A30C-C3526E1E2451}" srcId="{28E08FB5-0B16-4800-9F35-BF1A29E7990F}" destId="{34702ADF-8F50-469F-8DA0-53958B3CEA1D}" srcOrd="0" destOrd="0" parTransId="{00CDC4D2-1540-4419-A307-74A959EA5E7B}" sibTransId="{4A2BE2DF-E285-48FD-A704-90A56138AFD7}"/>
    <dgm:cxn modelId="{958ACA6D-D891-4720-A601-B94F7849FBCC}" type="presParOf" srcId="{F8ED5EF5-34B4-4586-B1C3-6B1A9C61260C}" destId="{AAE48B75-6874-43C1-AB31-C6B12671C60A}" srcOrd="0" destOrd="0" presId="urn:microsoft.com/office/officeart/2018/2/layout/IconCircleList"/>
    <dgm:cxn modelId="{41B7C82C-C377-42C7-9F80-7D7CAF7F3B67}" type="presParOf" srcId="{AAE48B75-6874-43C1-AB31-C6B12671C60A}" destId="{8B846445-80C9-42F6-994C-390C80552268}" srcOrd="0" destOrd="0" presId="urn:microsoft.com/office/officeart/2018/2/layout/IconCircleList"/>
    <dgm:cxn modelId="{1DA3B9C3-8C96-42B7-883C-23CBE2082F82}" type="presParOf" srcId="{8B846445-80C9-42F6-994C-390C80552268}" destId="{BD1E3DD8-8DAA-4758-AEC8-4FA556A21463}" srcOrd="0" destOrd="0" presId="urn:microsoft.com/office/officeart/2018/2/layout/IconCircleList"/>
    <dgm:cxn modelId="{2BBD8C3E-2F98-496D-9606-02E0534CCB04}" type="presParOf" srcId="{8B846445-80C9-42F6-994C-390C80552268}" destId="{B04281EA-6A38-4A44-A56B-9DA48E9F183A}" srcOrd="1" destOrd="0" presId="urn:microsoft.com/office/officeart/2018/2/layout/IconCircleList"/>
    <dgm:cxn modelId="{E12EAF32-6EB9-4ADA-BA2E-95489015600D}" type="presParOf" srcId="{8B846445-80C9-42F6-994C-390C80552268}" destId="{7031CF4B-E4F4-4A85-BD8D-664333D03DF5}" srcOrd="2" destOrd="0" presId="urn:microsoft.com/office/officeart/2018/2/layout/IconCircleList"/>
    <dgm:cxn modelId="{2065E1FD-52E2-46B8-94FE-3E85534CCE1B}" type="presParOf" srcId="{8B846445-80C9-42F6-994C-390C80552268}" destId="{AAB7C387-5429-4754-A2E1-96029A9D6C9F}" srcOrd="3" destOrd="0" presId="urn:microsoft.com/office/officeart/2018/2/layout/IconCircleList"/>
    <dgm:cxn modelId="{162175E9-36A2-4DAE-8C63-4418CC13B0B8}" type="presParOf" srcId="{AAE48B75-6874-43C1-AB31-C6B12671C60A}" destId="{38D5019C-AEA9-437B-9DC2-5F445870BD94}" srcOrd="1" destOrd="0" presId="urn:microsoft.com/office/officeart/2018/2/layout/IconCircleList"/>
    <dgm:cxn modelId="{F4B2088E-C5C0-4B5E-BC72-1150F5E39CFB}" type="presParOf" srcId="{AAE48B75-6874-43C1-AB31-C6B12671C60A}" destId="{BEAFEB7B-291D-4A4C-9F6C-3D78B44D89A3}" srcOrd="2" destOrd="0" presId="urn:microsoft.com/office/officeart/2018/2/layout/IconCircleList"/>
    <dgm:cxn modelId="{2E815382-6240-4E86-A7E6-2F56EA8A8620}" type="presParOf" srcId="{BEAFEB7B-291D-4A4C-9F6C-3D78B44D89A3}" destId="{B7D8B0D5-FD36-4338-9CFF-86107CD991F7}" srcOrd="0" destOrd="0" presId="urn:microsoft.com/office/officeart/2018/2/layout/IconCircleList"/>
    <dgm:cxn modelId="{4F0D58C3-C300-438D-962A-4E73582BC52B}" type="presParOf" srcId="{BEAFEB7B-291D-4A4C-9F6C-3D78B44D89A3}" destId="{B04D1740-F53D-411B-A226-8D3F39120599}" srcOrd="1" destOrd="0" presId="urn:microsoft.com/office/officeart/2018/2/layout/IconCircleList"/>
    <dgm:cxn modelId="{009178A7-4B49-4FAF-91F6-A16A575BE8B8}" type="presParOf" srcId="{BEAFEB7B-291D-4A4C-9F6C-3D78B44D89A3}" destId="{EF293AD1-8493-4129-8A6C-0917C28A0BC5}" srcOrd="2" destOrd="0" presId="urn:microsoft.com/office/officeart/2018/2/layout/IconCircleList"/>
    <dgm:cxn modelId="{A4784FB2-428A-49F4-913B-AE49A100F6BB}" type="presParOf" srcId="{BEAFEB7B-291D-4A4C-9F6C-3D78B44D89A3}" destId="{3D43015F-1CC7-4907-9CE3-E9D8D6132ED1}" srcOrd="3" destOrd="0" presId="urn:microsoft.com/office/officeart/2018/2/layout/IconCircleList"/>
    <dgm:cxn modelId="{6E39B43C-104D-4C68-BD72-9118583D00B3}" type="presParOf" srcId="{AAE48B75-6874-43C1-AB31-C6B12671C60A}" destId="{B697B1A0-3658-4A59-B2F6-9F25928F6398}" srcOrd="3" destOrd="0" presId="urn:microsoft.com/office/officeart/2018/2/layout/IconCircleList"/>
    <dgm:cxn modelId="{126116D1-068C-4CAB-9A2E-5B91DC1F78C9}" type="presParOf" srcId="{AAE48B75-6874-43C1-AB31-C6B12671C60A}" destId="{BC3CF914-EB4E-484B-964E-54C3627AAC77}" srcOrd="4" destOrd="0" presId="urn:microsoft.com/office/officeart/2018/2/layout/IconCircleList"/>
    <dgm:cxn modelId="{40D9BEDF-0980-41A1-9F11-CF4716F62310}" type="presParOf" srcId="{BC3CF914-EB4E-484B-964E-54C3627AAC77}" destId="{BE253C3F-1B9B-445D-BB0F-0A3C5EBEE48B}" srcOrd="0" destOrd="0" presId="urn:microsoft.com/office/officeart/2018/2/layout/IconCircleList"/>
    <dgm:cxn modelId="{E85680A9-4CBA-4E63-928D-4611B5B27F14}" type="presParOf" srcId="{BC3CF914-EB4E-484B-964E-54C3627AAC77}" destId="{8CE63C9C-AB02-499A-BDAE-1130FE7230B0}" srcOrd="1" destOrd="0" presId="urn:microsoft.com/office/officeart/2018/2/layout/IconCircleList"/>
    <dgm:cxn modelId="{AD10821F-3525-4700-85BC-31A6E5002F6A}" type="presParOf" srcId="{BC3CF914-EB4E-484B-964E-54C3627AAC77}" destId="{5C1A7AB3-DD2D-41E1-B9FE-0107567E0279}" srcOrd="2" destOrd="0" presId="urn:microsoft.com/office/officeart/2018/2/layout/IconCircleList"/>
    <dgm:cxn modelId="{12C66CD7-A7A5-4DBC-B46C-5AE16D1C65B2}" type="presParOf" srcId="{BC3CF914-EB4E-484B-964E-54C3627AAC77}" destId="{2DF4A0E4-97DA-4659-861C-EC68FD57F774}" srcOrd="3" destOrd="0" presId="urn:microsoft.com/office/officeart/2018/2/layout/IconCircleList"/>
    <dgm:cxn modelId="{085919F5-C03F-421B-A8D3-D3235118427E}" type="presParOf" srcId="{AAE48B75-6874-43C1-AB31-C6B12671C60A}" destId="{A1825648-E372-422E-B8AE-188D5C40313D}" srcOrd="5" destOrd="0" presId="urn:microsoft.com/office/officeart/2018/2/layout/IconCircleList"/>
    <dgm:cxn modelId="{20087C34-2834-45C7-8DCB-0B06C22FFDAD}" type="presParOf" srcId="{AAE48B75-6874-43C1-AB31-C6B12671C60A}" destId="{D32DF6C1-E401-4640-97F0-336C7E876330}" srcOrd="6" destOrd="0" presId="urn:microsoft.com/office/officeart/2018/2/layout/IconCircleList"/>
    <dgm:cxn modelId="{DCF9E683-0B49-4B69-A385-829358A1740B}" type="presParOf" srcId="{D32DF6C1-E401-4640-97F0-336C7E876330}" destId="{90C16745-715C-4267-AA6F-39543EE7BFB9}" srcOrd="0" destOrd="0" presId="urn:microsoft.com/office/officeart/2018/2/layout/IconCircleList"/>
    <dgm:cxn modelId="{C7E6C205-4581-40DE-9897-1439504452CC}" type="presParOf" srcId="{D32DF6C1-E401-4640-97F0-336C7E876330}" destId="{0CBBC114-8AA2-4EF1-B39B-B8A4CA7BB7AC}" srcOrd="1" destOrd="0" presId="urn:microsoft.com/office/officeart/2018/2/layout/IconCircleList"/>
    <dgm:cxn modelId="{40EC2A3A-365A-4265-919C-D8B142EF9AA9}" type="presParOf" srcId="{D32DF6C1-E401-4640-97F0-336C7E876330}" destId="{75C34033-0566-45B2-8EE7-B3BDAE181273}" srcOrd="2" destOrd="0" presId="urn:microsoft.com/office/officeart/2018/2/layout/IconCircleList"/>
    <dgm:cxn modelId="{B745F826-6331-439B-BBB3-E12FB9F6BF11}" type="presParOf" srcId="{D32DF6C1-E401-4640-97F0-336C7E876330}" destId="{1257B4A9-002A-4BD6-8ED6-A1667700830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1E3DD8-8DAA-4758-AEC8-4FA556A21463}">
      <dsp:nvSpPr>
        <dsp:cNvPr id="0" name=""/>
        <dsp:cNvSpPr/>
      </dsp:nvSpPr>
      <dsp:spPr>
        <a:xfrm>
          <a:off x="212335" y="470390"/>
          <a:ext cx="1335915" cy="13359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4281EA-6A38-4A44-A56B-9DA48E9F183A}">
      <dsp:nvSpPr>
        <dsp:cNvPr id="0" name=""/>
        <dsp:cNvSpPr/>
      </dsp:nvSpPr>
      <dsp:spPr>
        <a:xfrm>
          <a:off x="492877" y="7509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7C387-5429-4754-A2E1-96029A9D6C9F}">
      <dsp:nvSpPr>
        <dsp:cNvPr id="0" name=""/>
        <dsp:cNvSpPr/>
      </dsp:nvSpPr>
      <dsp:spPr>
        <a:xfrm>
          <a:off x="1834517" y="4703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>
              <a:effectLst/>
            </a:rPr>
            <a:t>1. Problem Definition</a:t>
          </a:r>
        </a:p>
      </dsp:txBody>
      <dsp:txXfrm>
        <a:off x="1834517" y="470390"/>
        <a:ext cx="3148942" cy="1335915"/>
      </dsp:txXfrm>
    </dsp:sp>
    <dsp:sp modelId="{B7D8B0D5-FD36-4338-9CFF-86107CD991F7}">
      <dsp:nvSpPr>
        <dsp:cNvPr id="0" name=""/>
        <dsp:cNvSpPr/>
      </dsp:nvSpPr>
      <dsp:spPr>
        <a:xfrm>
          <a:off x="5541250" y="441668"/>
          <a:ext cx="1335915" cy="1335915"/>
        </a:xfrm>
        <a:prstGeom prst="ellipse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4D1740-F53D-411B-A226-8D3F39120599}">
      <dsp:nvSpPr>
        <dsp:cNvPr id="0" name=""/>
        <dsp:cNvSpPr/>
      </dsp:nvSpPr>
      <dsp:spPr>
        <a:xfrm flipH="1">
          <a:off x="9226551" y="0"/>
          <a:ext cx="444373" cy="520833"/>
        </a:xfrm>
        <a:prstGeom prst="rect">
          <a:avLst/>
        </a:prstGeom>
        <a:solidFill>
          <a:schemeClr val="bg1"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43015F-1CC7-4907-9CE3-E9D8D6132ED1}">
      <dsp:nvSpPr>
        <dsp:cNvPr id="0" name=""/>
        <dsp:cNvSpPr/>
      </dsp:nvSpPr>
      <dsp:spPr>
        <a:xfrm>
          <a:off x="7154322" y="4703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>
              <a:effectLst/>
            </a:rPr>
            <a:t>2. Application</a:t>
          </a:r>
          <a:r>
            <a:rPr lang="tr-TR" sz="2400" kern="1200">
              <a:effectLst/>
              <a:latin typeface="Trebuchet MS" panose="020B0603020202020204"/>
            </a:rPr>
            <a:t> Analysis</a:t>
          </a:r>
          <a:endParaRPr lang="tr-TR" sz="2400" kern="1200">
            <a:effectLst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>
              <a:effectLst/>
            </a:rPr>
            <a:t>(website)</a:t>
          </a:r>
        </a:p>
      </dsp:txBody>
      <dsp:txXfrm>
        <a:off x="7154322" y="470390"/>
        <a:ext cx="3148942" cy="1335915"/>
      </dsp:txXfrm>
    </dsp:sp>
    <dsp:sp modelId="{BE253C3F-1B9B-445D-BB0F-0A3C5EBEE48B}">
      <dsp:nvSpPr>
        <dsp:cNvPr id="0" name=""/>
        <dsp:cNvSpPr/>
      </dsp:nvSpPr>
      <dsp:spPr>
        <a:xfrm>
          <a:off x="212335" y="2546238"/>
          <a:ext cx="1335915" cy="1335915"/>
        </a:xfrm>
        <a:prstGeom prst="ellipse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E63C9C-AB02-499A-BDAE-1130FE7230B0}">
      <dsp:nvSpPr>
        <dsp:cNvPr id="0" name=""/>
        <dsp:cNvSpPr/>
      </dsp:nvSpPr>
      <dsp:spPr>
        <a:xfrm>
          <a:off x="492877" y="2826780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F4A0E4-97DA-4659-861C-EC68FD57F774}">
      <dsp:nvSpPr>
        <dsp:cNvPr id="0" name=""/>
        <dsp:cNvSpPr/>
      </dsp:nvSpPr>
      <dsp:spPr>
        <a:xfrm>
          <a:off x="1834517" y="254623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>
              <a:effectLst/>
            </a:rPr>
            <a:t>3. Black Box Techinques</a:t>
          </a:r>
        </a:p>
      </dsp:txBody>
      <dsp:txXfrm>
        <a:off x="1834517" y="2546238"/>
        <a:ext cx="3148942" cy="1335915"/>
      </dsp:txXfrm>
    </dsp:sp>
    <dsp:sp modelId="{90C16745-715C-4267-AA6F-39543EE7BFB9}">
      <dsp:nvSpPr>
        <dsp:cNvPr id="0" name=""/>
        <dsp:cNvSpPr/>
      </dsp:nvSpPr>
      <dsp:spPr>
        <a:xfrm>
          <a:off x="5532139" y="2546238"/>
          <a:ext cx="1335915" cy="1335915"/>
        </a:xfrm>
        <a:prstGeom prst="ellips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BBC114-8AA2-4EF1-B39B-B8A4CA7BB7AC}">
      <dsp:nvSpPr>
        <dsp:cNvPr id="0" name=""/>
        <dsp:cNvSpPr/>
      </dsp:nvSpPr>
      <dsp:spPr>
        <a:xfrm>
          <a:off x="5698347" y="615061"/>
          <a:ext cx="1021722" cy="9851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57B4A9-002A-4BD6-8ED6-A16677008303}">
      <dsp:nvSpPr>
        <dsp:cNvPr id="0" name=""/>
        <dsp:cNvSpPr/>
      </dsp:nvSpPr>
      <dsp:spPr>
        <a:xfrm>
          <a:off x="7154322" y="2546238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>
              <a:effectLst/>
            </a:rPr>
            <a:t>4. Unit Tests &amp; Automated Testing</a:t>
          </a:r>
        </a:p>
      </dsp:txBody>
      <dsp:txXfrm>
        <a:off x="7154322" y="2546238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0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6" name="PlaceHolder 4"/>
          <p:cNvSpPr>
            <a:spLocks noGrp="1"/>
          </p:cNvSpPr>
          <p:nvPr>
            <p:ph type="dt" idx="50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7" name="PlaceHolder 5"/>
          <p:cNvSpPr>
            <a:spLocks noGrp="1"/>
          </p:cNvSpPr>
          <p:nvPr>
            <p:ph type="ftr" idx="50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8" name="PlaceHolder 6"/>
          <p:cNvSpPr>
            <a:spLocks noGrp="1"/>
          </p:cNvSpPr>
          <p:nvPr>
            <p:ph type="sldNum" idx="50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14CE87B-0C56-4135-8532-8654F25145A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3" name="PlaceHolder 3"/>
          <p:cNvSpPr>
            <a:spLocks noGrp="1"/>
          </p:cNvSpPr>
          <p:nvPr>
            <p:ph type="sldNum" idx="5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tr-TR" sz="12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7E0A69-CE20-445B-83D7-7687DB718517}" type="slidenum">
              <a:rPr b="0" lang="tr-TR" sz="12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8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9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0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2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3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4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6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7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9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0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1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2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3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4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5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6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8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0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1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2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3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4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5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6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7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8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9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1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2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3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4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5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6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7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8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9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0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2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3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4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5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6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7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8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9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0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3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4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5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6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7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8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9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0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1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3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4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5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6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7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8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9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0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1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2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4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5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6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7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8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9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0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1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2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3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5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6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7.xml"/>
</Relationships>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8.xml"/>
</Relationships>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BE0765-BE35-44FC-B66C-3925811C6D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55C097-6C3F-4BF8-98FD-20D269FCDB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0956A7-7812-400D-B2DE-7E9613410B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054CC40-0995-4EE8-B2C2-8958EDDA0C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19DBF4D-CD40-45E1-A6E4-9C87C7AF31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A66904B-5242-4646-B6AE-0FC4BDB249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5140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6123FA8-A9E1-4359-AF0F-E2AE824C47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84F2168-B15E-4566-9CAA-4379101595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570747F-EA2D-4915-BAC7-8C1B64DC34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4310081-9A72-4D03-92FB-8B755D9609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02DBE6A-3992-46A1-AF6D-D9779C3C1C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D11291E-B580-47A6-BE69-B2B03155D7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76FACAB3-0672-4BAC-A40A-61A6008281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825D921A-5AD2-4517-89A0-C84C4F1213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A7985AD8-91A0-4770-A645-0E282F0424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34EF8538-003F-4DFC-8855-5B2DE8363C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E18315BB-3DAD-409A-90DB-C06663C893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25140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F750E326-F366-4DF9-9D5B-0C4C12B3F1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DB11CD06-0957-4357-A549-47D3930430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7"/>
          </p:nvPr>
        </p:nvSpPr>
        <p:spPr/>
        <p:txBody>
          <a:bodyPr/>
          <a:p>
            <a:fld id="{A9AAD82C-149F-45C5-B9D8-C0C63BBD2B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0"/>
          </p:nvPr>
        </p:nvSpPr>
        <p:spPr/>
        <p:txBody>
          <a:bodyPr/>
          <a:p>
            <a:fld id="{8874224B-5D1B-40DB-B362-271F31B0C2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3"/>
          </p:nvPr>
        </p:nvSpPr>
        <p:spPr/>
        <p:txBody>
          <a:bodyPr/>
          <a:p>
            <a:fld id="{B562D59E-5202-4463-B574-DA43E01AAC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6"/>
          </p:nvPr>
        </p:nvSpPr>
        <p:spPr/>
        <p:txBody>
          <a:bodyPr/>
          <a:p>
            <a:fld id="{B6B2E70C-9391-4504-B84D-EA56AA4218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subTitle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ECD9DA19-3D57-43F7-8ABC-53383EC3BE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2"/>
          </p:nvPr>
        </p:nvSpPr>
        <p:spPr/>
        <p:txBody>
          <a:bodyPr/>
          <a:p>
            <a:fld id="{D17CFE9F-B3F4-4C73-8DF7-2D0FDB34F1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5"/>
          </p:nvPr>
        </p:nvSpPr>
        <p:spPr/>
        <p:txBody>
          <a:bodyPr/>
          <a:p>
            <a:fld id="{940020DB-F010-436E-8AD3-075C1C366C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8"/>
          </p:nvPr>
        </p:nvSpPr>
        <p:spPr/>
        <p:txBody>
          <a:bodyPr/>
          <a:p>
            <a:fld id="{60DAF5CE-ABF1-482A-A657-83B8B24BBE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1"/>
          </p:nvPr>
        </p:nvSpPr>
        <p:spPr/>
        <p:txBody>
          <a:bodyPr/>
          <a:p>
            <a:fld id="{84EE5329-4F04-4A53-8456-9893976A90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625140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4"/>
          </p:nvPr>
        </p:nvSpPr>
        <p:spPr/>
        <p:txBody>
          <a:bodyPr/>
          <a:p>
            <a:fld id="{6CE324D8-0929-4285-8D55-5E2D8521FB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7"/>
          </p:nvPr>
        </p:nvSpPr>
        <p:spPr/>
        <p:txBody>
          <a:bodyPr/>
          <a:p>
            <a:fld id="{D6F1B24D-45BF-4E22-B5EF-BF03981D6A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0"/>
          </p:nvPr>
        </p:nvSpPr>
        <p:spPr/>
        <p:txBody>
          <a:bodyPr/>
          <a:p>
            <a:fld id="{15DB0B49-6DFB-4F4B-BBED-7E7DD83689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3"/>
          </p:nvPr>
        </p:nvSpPr>
        <p:spPr/>
        <p:txBody>
          <a:bodyPr/>
          <a:p>
            <a:fld id="{BB542AB6-5493-4D75-BBD8-134087016C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6"/>
          </p:nvPr>
        </p:nvSpPr>
        <p:spPr/>
        <p:txBody>
          <a:bodyPr/>
          <a:p>
            <a:fld id="{AE98AFDA-17A2-4D45-A0A2-1CC6183E97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9"/>
          </p:nvPr>
        </p:nvSpPr>
        <p:spPr/>
        <p:txBody>
          <a:bodyPr/>
          <a:p>
            <a:fld id="{FA793A65-E7CD-435B-B82B-AD13E37729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subTitle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2"/>
          </p:nvPr>
        </p:nvSpPr>
        <p:spPr/>
        <p:txBody>
          <a:bodyPr/>
          <a:p>
            <a:fld id="{1F7C5D90-4BEE-40CE-8ACB-3EA15254CA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5"/>
          </p:nvPr>
        </p:nvSpPr>
        <p:spPr/>
        <p:txBody>
          <a:bodyPr/>
          <a:p>
            <a:fld id="{C97D5FDF-021E-4BD6-8450-8EF84BE8F7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8"/>
          </p:nvPr>
        </p:nvSpPr>
        <p:spPr/>
        <p:txBody>
          <a:bodyPr/>
          <a:p>
            <a:fld id="{0AEFAD81-97D6-4D96-AA1C-DE9682C5465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1"/>
          </p:nvPr>
        </p:nvSpPr>
        <p:spPr/>
        <p:txBody>
          <a:bodyPr/>
          <a:p>
            <a:fld id="{48F1871B-2156-4B75-8152-06CD8EF144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4"/>
          </p:nvPr>
        </p:nvSpPr>
        <p:spPr/>
        <p:txBody>
          <a:bodyPr/>
          <a:p>
            <a:fld id="{AE101605-5AE8-43AC-A61A-71C38A8ED6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/>
          </p:nvPr>
        </p:nvSpPr>
        <p:spPr>
          <a:xfrm>
            <a:off x="625140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7"/>
          </p:nvPr>
        </p:nvSpPr>
        <p:spPr/>
        <p:txBody>
          <a:bodyPr/>
          <a:p>
            <a:fld id="{5E5F4AF5-B3EE-4AE7-9E62-5EC9EE8EAD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0"/>
          </p:nvPr>
        </p:nvSpPr>
        <p:spPr/>
        <p:txBody>
          <a:bodyPr/>
          <a:p>
            <a:fld id="{B0B57D52-915C-41E2-9C06-5E4DDA58B7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3"/>
          </p:nvPr>
        </p:nvSpPr>
        <p:spPr/>
        <p:txBody>
          <a:bodyPr/>
          <a:p>
            <a:fld id="{C232D4BB-BD41-417E-9EE5-9B560A9F4E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6"/>
          </p:nvPr>
        </p:nvSpPr>
        <p:spPr/>
        <p:txBody>
          <a:bodyPr/>
          <a:p>
            <a:fld id="{07D1B15B-EA46-4518-9A3A-BA494BF384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9"/>
          </p:nvPr>
        </p:nvSpPr>
        <p:spPr/>
        <p:txBody>
          <a:bodyPr/>
          <a:p>
            <a:fld id="{0C190D04-1908-497F-85C3-3B33B3C27C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2"/>
          </p:nvPr>
        </p:nvSpPr>
        <p:spPr/>
        <p:txBody>
          <a:bodyPr/>
          <a:p>
            <a:fld id="{DC3EA385-39F3-48DC-9ED2-2956FE2C39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subTitle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5"/>
          </p:nvPr>
        </p:nvSpPr>
        <p:spPr/>
        <p:txBody>
          <a:bodyPr/>
          <a:p>
            <a:fld id="{758C797B-85D0-4AA7-963B-4C741D691A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8"/>
          </p:nvPr>
        </p:nvSpPr>
        <p:spPr/>
        <p:txBody>
          <a:bodyPr/>
          <a:p>
            <a:fld id="{ED13FF3E-257D-48A9-A027-C56A28D0D9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1"/>
          </p:nvPr>
        </p:nvSpPr>
        <p:spPr/>
        <p:txBody>
          <a:bodyPr/>
          <a:p>
            <a:fld id="{93798004-39B2-45A0-B245-D24BD57298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4"/>
          </p:nvPr>
        </p:nvSpPr>
        <p:spPr/>
        <p:txBody>
          <a:bodyPr/>
          <a:p>
            <a:fld id="{8AD15051-7629-4F42-8D2A-83DBCEBEF2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7"/>
          </p:nvPr>
        </p:nvSpPr>
        <p:spPr/>
        <p:txBody>
          <a:bodyPr/>
          <a:p>
            <a:fld id="{6548B728-BD1A-49F5-BC08-A04CDDD767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/>
          </p:nvPr>
        </p:nvSpPr>
        <p:spPr>
          <a:xfrm>
            <a:off x="625140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0"/>
          </p:nvPr>
        </p:nvSpPr>
        <p:spPr/>
        <p:txBody>
          <a:bodyPr/>
          <a:p>
            <a:fld id="{AA661789-483F-430F-84A8-8C77AF5A89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3"/>
          </p:nvPr>
        </p:nvSpPr>
        <p:spPr/>
        <p:txBody>
          <a:bodyPr/>
          <a:p>
            <a:fld id="{140C8936-ABB3-40A0-BFC9-803D6C1C63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6"/>
          </p:nvPr>
        </p:nvSpPr>
        <p:spPr/>
        <p:txBody>
          <a:bodyPr/>
          <a:p>
            <a:fld id="{C0701A34-C3D9-45C2-95D9-8F648D1261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9"/>
          </p:nvPr>
        </p:nvSpPr>
        <p:spPr/>
        <p:txBody>
          <a:bodyPr/>
          <a:p>
            <a:fld id="{9AC3976D-B15D-49D9-9101-139DBFA0FD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2"/>
          </p:nvPr>
        </p:nvSpPr>
        <p:spPr/>
        <p:txBody>
          <a:bodyPr/>
          <a:p>
            <a:fld id="{68D18F66-17EC-49DB-9CB7-3D7FB5B997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5"/>
          </p:nvPr>
        </p:nvSpPr>
        <p:spPr/>
        <p:txBody>
          <a:bodyPr/>
          <a:p>
            <a:fld id="{95F5AF16-45FC-41C9-B54C-2C91284445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 type="subTitle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68"/>
          </p:nvPr>
        </p:nvSpPr>
        <p:spPr/>
        <p:txBody>
          <a:bodyPr/>
          <a:p>
            <a:fld id="{861A636F-2E42-4F7B-B80D-F31D09BEAC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1"/>
          </p:nvPr>
        </p:nvSpPr>
        <p:spPr/>
        <p:txBody>
          <a:bodyPr/>
          <a:p>
            <a:fld id="{919B9438-75CC-4A21-9AD6-16B92A1B01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4"/>
          </p:nvPr>
        </p:nvSpPr>
        <p:spPr/>
        <p:txBody>
          <a:bodyPr/>
          <a:p>
            <a:fld id="{335036F0-3346-4891-8E5B-4721EFC553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7"/>
          </p:nvPr>
        </p:nvSpPr>
        <p:spPr/>
        <p:txBody>
          <a:bodyPr/>
          <a:p>
            <a:fld id="{35E6B077-2949-4729-BC3C-3F07ECC2C8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0"/>
          </p:nvPr>
        </p:nvSpPr>
        <p:spPr/>
        <p:txBody>
          <a:bodyPr/>
          <a:p>
            <a:fld id="{DEC31324-B19F-47CA-A9A3-6FDBEB5CB5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/>
          </p:nvPr>
        </p:nvSpPr>
        <p:spPr>
          <a:xfrm>
            <a:off x="625140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3"/>
          </p:nvPr>
        </p:nvSpPr>
        <p:spPr/>
        <p:txBody>
          <a:bodyPr/>
          <a:p>
            <a:fld id="{02927FC8-46DC-4701-B5A0-8B7B3243F5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6"/>
          </p:nvPr>
        </p:nvSpPr>
        <p:spPr/>
        <p:txBody>
          <a:bodyPr/>
          <a:p>
            <a:fld id="{4F2737AB-13E3-4C5D-941E-B2A1058D6E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9"/>
          </p:nvPr>
        </p:nvSpPr>
        <p:spPr/>
        <p:txBody>
          <a:bodyPr/>
          <a:p>
            <a:fld id="{0776B805-7807-4604-A4D8-5EF34B61B2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2"/>
          </p:nvPr>
        </p:nvSpPr>
        <p:spPr/>
        <p:txBody>
          <a:bodyPr/>
          <a:p>
            <a:fld id="{32057731-74CE-4632-8612-5582012C73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5"/>
          </p:nvPr>
        </p:nvSpPr>
        <p:spPr/>
        <p:txBody>
          <a:bodyPr/>
          <a:p>
            <a:fld id="{95B3D11F-B1B1-4D9F-ABC2-9AABA73108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8"/>
          </p:nvPr>
        </p:nvSpPr>
        <p:spPr/>
        <p:txBody>
          <a:bodyPr/>
          <a:p>
            <a:fld id="{29409725-1F32-4F58-860D-CD156C1503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8" name="PlaceHolder 2"/>
          <p:cNvSpPr>
            <a:spLocks noGrp="1"/>
          </p:cNvSpPr>
          <p:nvPr>
            <p:ph type="subTitle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1"/>
          </p:nvPr>
        </p:nvSpPr>
        <p:spPr/>
        <p:txBody>
          <a:bodyPr/>
          <a:p>
            <a:fld id="{B26AC957-93D7-4DCD-AC96-9954C1E78D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4"/>
          </p:nvPr>
        </p:nvSpPr>
        <p:spPr/>
        <p:txBody>
          <a:bodyPr/>
          <a:p>
            <a:fld id="{DE3D2483-CDEA-43C7-AC20-8E32D46988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0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7"/>
          </p:nvPr>
        </p:nvSpPr>
        <p:spPr/>
        <p:txBody>
          <a:bodyPr/>
          <a:p>
            <a:fld id="{95402356-82A1-498D-BC41-29925C66AA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0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0"/>
          </p:nvPr>
        </p:nvSpPr>
        <p:spPr/>
        <p:txBody>
          <a:bodyPr/>
          <a:p>
            <a:fld id="{361C025C-F263-4B54-815A-B7FB542E37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0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3"/>
          </p:nvPr>
        </p:nvSpPr>
        <p:spPr/>
        <p:txBody>
          <a:bodyPr/>
          <a:p>
            <a:fld id="{7FD4A05A-A6D9-4B18-BBDF-605B040729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6"/>
          </p:nvPr>
        </p:nvSpPr>
        <p:spPr/>
        <p:txBody>
          <a:bodyPr/>
          <a:p>
            <a:fld id="{DB099B06-C54F-4A32-BB08-41BBA7BF53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9"/>
          </p:nvPr>
        </p:nvSpPr>
        <p:spPr/>
        <p:txBody>
          <a:bodyPr/>
          <a:p>
            <a:fld id="{5AF99D4E-C2CF-421F-A195-184BCD015A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2"/>
          </p:nvPr>
        </p:nvSpPr>
        <p:spPr/>
        <p:txBody>
          <a:bodyPr/>
          <a:p>
            <a:fld id="{C4B2EE7B-0016-4184-B443-AE4AFB90C6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5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25"/>
          </p:nvPr>
        </p:nvSpPr>
        <p:spPr/>
        <p:txBody>
          <a:bodyPr/>
          <a:p>
            <a:fld id="{24D6D852-40D8-4AC6-9906-B57FA141BA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2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8"/>
          </p:nvPr>
        </p:nvSpPr>
        <p:spPr/>
        <p:txBody>
          <a:bodyPr/>
          <a:p>
            <a:fld id="{84BA9B6C-8AA0-4C3D-9268-A4318B6B04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0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/>
          </p:nvPr>
        </p:nvSpPr>
        <p:spPr>
          <a:xfrm>
            <a:off x="625140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1"/>
          </p:nvPr>
        </p:nvSpPr>
        <p:spPr/>
        <p:txBody>
          <a:bodyPr/>
          <a:p>
            <a:fld id="{80AF9406-BABA-4D29-89D5-91C8D2B9BBB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4"/>
          </p:nvPr>
        </p:nvSpPr>
        <p:spPr/>
        <p:txBody>
          <a:bodyPr/>
          <a:p>
            <a:fld id="{373654FE-A767-4CF3-B613-38C161C2CF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3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7"/>
          </p:nvPr>
        </p:nvSpPr>
        <p:spPr/>
        <p:txBody>
          <a:bodyPr/>
          <a:p>
            <a:fld id="{F75A1E6C-531A-4CF7-B62F-C389A5EB9F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3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0"/>
          </p:nvPr>
        </p:nvSpPr>
        <p:spPr/>
        <p:txBody>
          <a:bodyPr/>
          <a:p>
            <a:fld id="{7674A130-CE62-4701-A509-E9EAEEC3B9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3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3"/>
          </p:nvPr>
        </p:nvSpPr>
        <p:spPr/>
        <p:txBody>
          <a:bodyPr/>
          <a:p>
            <a:fld id="{5CAA3CD4-4487-4222-BC25-61587B4F74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5"/>
          </p:nvPr>
        </p:nvSpPr>
        <p:spPr/>
        <p:txBody>
          <a:bodyPr/>
          <a:p>
            <a:fld id="{F7BD2DD7-6C4E-4AA1-9C7C-F91D744F30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1" name="PlaceHolder 2"/>
          <p:cNvSpPr>
            <a:spLocks noGrp="1"/>
          </p:cNvSpPr>
          <p:nvPr>
            <p:ph type="subTitle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4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9"/>
          </p:nvPr>
        </p:nvSpPr>
        <p:spPr/>
        <p:txBody>
          <a:bodyPr/>
          <a:p>
            <a:fld id="{393BA593-2A74-4441-9B33-404330ACD9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2"/>
          </p:nvPr>
        </p:nvSpPr>
        <p:spPr/>
        <p:txBody>
          <a:bodyPr/>
          <a:p>
            <a:fld id="{337F233C-2A14-4564-A045-D55A1472FF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55"/>
          </p:nvPr>
        </p:nvSpPr>
        <p:spPr/>
        <p:txBody>
          <a:bodyPr/>
          <a:p>
            <a:fld id="{C3FB9136-0BDE-4F91-889B-501B9083D9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8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58"/>
          </p:nvPr>
        </p:nvSpPr>
        <p:spPr/>
        <p:txBody>
          <a:bodyPr/>
          <a:p>
            <a:fld id="{47C631C9-00FF-4D4C-838A-9BEA6276C0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1"/>
          </p:nvPr>
        </p:nvSpPr>
        <p:spPr/>
        <p:txBody>
          <a:bodyPr/>
          <a:p>
            <a:fld id="{29CB18F8-601A-420C-817B-266ADF566B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1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862" name="PlaceHolder 3"/>
          <p:cNvSpPr>
            <a:spLocks noGrp="1"/>
          </p:cNvSpPr>
          <p:nvPr>
            <p:ph/>
          </p:nvPr>
        </p:nvSpPr>
        <p:spPr>
          <a:xfrm>
            <a:off x="625140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64"/>
          </p:nvPr>
        </p:nvSpPr>
        <p:spPr/>
        <p:txBody>
          <a:bodyPr/>
          <a:p>
            <a:fld id="{D36AAEF3-A98E-4DF3-A84C-1E1F8981EE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6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7"/>
          </p:nvPr>
        </p:nvSpPr>
        <p:spPr/>
        <p:txBody>
          <a:bodyPr/>
          <a:p>
            <a:fld id="{89AD1652-4B9D-4F0A-929E-6D961E6596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6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0"/>
          </p:nvPr>
        </p:nvSpPr>
        <p:spPr/>
        <p:txBody>
          <a:bodyPr/>
          <a:p>
            <a:fld id="{70E89CB7-9E3C-4BEE-9688-4F770CE695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6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3"/>
          </p:nvPr>
        </p:nvSpPr>
        <p:spPr/>
        <p:txBody>
          <a:bodyPr/>
          <a:p>
            <a:fld id="{BBF2DA8A-3DB8-4A1A-9473-94C559A040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6"/>
          </p:nvPr>
        </p:nvSpPr>
        <p:spPr/>
        <p:txBody>
          <a:bodyPr/>
          <a:p>
            <a:fld id="{5F2A8A6E-2421-431A-8ED3-07E584C0B2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9"/>
          </p:nvPr>
        </p:nvSpPr>
        <p:spPr/>
        <p:txBody>
          <a:bodyPr/>
          <a:p>
            <a:fld id="{27013224-7C68-4C42-BCF0-87090E26FE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3" name="PlaceHolder 2"/>
          <p:cNvSpPr>
            <a:spLocks noGrp="1"/>
          </p:cNvSpPr>
          <p:nvPr>
            <p:ph type="subTitle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82"/>
          </p:nvPr>
        </p:nvSpPr>
        <p:spPr/>
        <p:txBody>
          <a:bodyPr/>
          <a:p>
            <a:fld id="{D045A436-732A-4EF0-854F-11254D473E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5"/>
          </p:nvPr>
        </p:nvSpPr>
        <p:spPr/>
        <p:txBody>
          <a:bodyPr/>
          <a:p>
            <a:fld id="{705A7617-68C0-40CC-93E7-5A8BC3F43E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8"/>
          </p:nvPr>
        </p:nvSpPr>
        <p:spPr/>
        <p:txBody>
          <a:bodyPr/>
          <a:p>
            <a:fld id="{DDFCD1A6-753D-4768-8F85-4C3EA10D67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1"/>
          </p:nvPr>
        </p:nvSpPr>
        <p:spPr/>
        <p:txBody>
          <a:bodyPr/>
          <a:p>
            <a:fld id="{17B740CB-4E40-4107-BC62-3122068F7A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4"/>
          </p:nvPr>
        </p:nvSpPr>
        <p:spPr/>
        <p:txBody>
          <a:bodyPr/>
          <a:p>
            <a:fld id="{A9B63B56-99D1-400A-AA39-2117E0D6E7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9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7"/>
          </p:nvPr>
        </p:nvSpPr>
        <p:spPr/>
        <p:txBody>
          <a:bodyPr/>
          <a:p>
            <a:fld id="{0B809DB5-9297-40D9-BCA2-95B8406496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9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0"/>
          </p:nvPr>
        </p:nvSpPr>
        <p:spPr/>
        <p:txBody>
          <a:bodyPr/>
          <a:p>
            <a:fld id="{28AF3123-61DA-4897-B3AD-D606D87D55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9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3"/>
          </p:nvPr>
        </p:nvSpPr>
        <p:spPr/>
        <p:txBody>
          <a:bodyPr/>
          <a:p>
            <a:fld id="{90B0C969-5E2B-4E92-B16E-0CFAA4A228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0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6"/>
          </p:nvPr>
        </p:nvSpPr>
        <p:spPr/>
        <p:txBody>
          <a:bodyPr/>
          <a:p>
            <a:fld id="{D4FE90AD-6F59-4C51-B620-BB512898DE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5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0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9"/>
          </p:nvPr>
        </p:nvSpPr>
        <p:spPr/>
        <p:txBody>
          <a:bodyPr/>
          <a:p>
            <a:fld id="{DA556B68-CA5C-4252-9234-E6C786DD60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2"/>
          </p:nvPr>
        </p:nvSpPr>
        <p:spPr/>
        <p:txBody>
          <a:bodyPr/>
          <a:p>
            <a:fld id="{41544569-A2BF-4189-B356-2D0E26C9B1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0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051" name="PlaceHolder 3"/>
          <p:cNvSpPr>
            <a:spLocks noGrp="1"/>
          </p:cNvSpPr>
          <p:nvPr>
            <p:ph/>
          </p:nvPr>
        </p:nvSpPr>
        <p:spPr>
          <a:xfrm>
            <a:off x="625140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15"/>
          </p:nvPr>
        </p:nvSpPr>
        <p:spPr/>
        <p:txBody>
          <a:bodyPr/>
          <a:p>
            <a:fld id="{86246B85-24A7-469B-8BC6-6AF0697D4F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18"/>
          </p:nvPr>
        </p:nvSpPr>
        <p:spPr/>
        <p:txBody>
          <a:bodyPr/>
          <a:p>
            <a:fld id="{0B9DF644-58BF-49E9-9D86-87C7E71CDE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21"/>
          </p:nvPr>
        </p:nvSpPr>
        <p:spPr/>
        <p:txBody>
          <a:bodyPr/>
          <a:p>
            <a:fld id="{18C15417-AAD5-4B37-A45E-C29EDF2828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4"/>
          </p:nvPr>
        </p:nvSpPr>
        <p:spPr/>
        <p:txBody>
          <a:bodyPr/>
          <a:p>
            <a:fld id="{E96D415F-412E-4CDF-8C7F-427A538955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7"/>
          </p:nvPr>
        </p:nvSpPr>
        <p:spPr/>
        <p:txBody>
          <a:bodyPr/>
          <a:p>
            <a:fld id="{A07E80F4-A674-4BDE-8CA2-77096B93E3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0"/>
          </p:nvPr>
        </p:nvSpPr>
        <p:spPr/>
        <p:txBody>
          <a:bodyPr/>
          <a:p>
            <a:fld id="{F0C6D7BB-5CCD-45B2-8240-919A6695EF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3" name="PlaceHolder 2"/>
          <p:cNvSpPr>
            <a:spLocks noGrp="1"/>
          </p:cNvSpPr>
          <p:nvPr>
            <p:ph type="subTitle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3"/>
          </p:nvPr>
        </p:nvSpPr>
        <p:spPr/>
        <p:txBody>
          <a:bodyPr/>
          <a:p>
            <a:fld id="{99D4C6D4-5778-4107-B2B4-861C6D7342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6"/>
          </p:nvPr>
        </p:nvSpPr>
        <p:spPr/>
        <p:txBody>
          <a:bodyPr/>
          <a:p>
            <a:fld id="{89F68788-3B9E-4D2F-80DD-84CC3DC5D0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9"/>
          </p:nvPr>
        </p:nvSpPr>
        <p:spPr/>
        <p:txBody>
          <a:bodyPr/>
          <a:p>
            <a:fld id="{64FA3402-C0B4-4ADC-9CCE-2DEAC4C701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42"/>
          </p:nvPr>
        </p:nvSpPr>
        <p:spPr/>
        <p:txBody>
          <a:bodyPr/>
          <a:p>
            <a:fld id="{39EA2799-3B3C-4547-933D-1A8F50BC87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aman çizelgesi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45"/>
          </p:nvPr>
        </p:nvSpPr>
        <p:spPr/>
        <p:txBody>
          <a:bodyPr/>
          <a:p>
            <a:fld id="{3D0BC439-3AF4-4075-A139-0F01A525F2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48"/>
          </p:nvPr>
        </p:nvSpPr>
        <p:spPr/>
        <p:txBody>
          <a:bodyPr/>
          <a:p>
            <a:fld id="{03B55542-E826-406B-826E-9A71BA5037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 Kişilik Ekip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1"/>
          </p:nvPr>
        </p:nvSpPr>
        <p:spPr/>
        <p:txBody>
          <a:bodyPr/>
          <a:p>
            <a:fld id="{70404FDB-54AC-4093-9A99-47FFFD1A7D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 Kişilik Ekip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4"/>
          </p:nvPr>
        </p:nvSpPr>
        <p:spPr/>
        <p:txBody>
          <a:bodyPr/>
          <a:p>
            <a:fld id="{101A3A12-02E2-4873-8583-8A093B38BF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5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Finansm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7"/>
          </p:nvPr>
        </p:nvSpPr>
        <p:spPr/>
        <p:txBody>
          <a:bodyPr/>
          <a:p>
            <a:fld id="{7883FA0A-EC44-4F8C-8DB5-BE48A290B2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5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Öz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0"/>
          </p:nvPr>
        </p:nvSpPr>
        <p:spPr/>
        <p:txBody>
          <a:bodyPr/>
          <a:p>
            <a:fld id="{D38348DD-E2C9-4A96-ABE7-FBF570640D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5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Günd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1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6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3"/>
          </p:nvPr>
        </p:nvSpPr>
        <p:spPr/>
        <p:txBody>
          <a:bodyPr/>
          <a:p>
            <a:fld id="{F07FD93A-D896-4D54-A5E0-D773F9DFB1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Kapan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8" name="PlaceHolder 2"/>
          <p:cNvSpPr>
            <a:spLocks noGrp="1"/>
          </p:cNvSpPr>
          <p:nvPr>
            <p:ph type="subTitle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6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6"/>
          </p:nvPr>
        </p:nvSpPr>
        <p:spPr/>
        <p:txBody>
          <a:bodyPr/>
          <a:p>
            <a:fld id="{15AD67E6-641B-41FD-9CEB-49F68AF0BC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aman çizelge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6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9"/>
          </p:nvPr>
        </p:nvSpPr>
        <p:spPr/>
        <p:txBody>
          <a:bodyPr/>
          <a:p>
            <a:fld id="{25F24BBC-E066-4B08-8C09-35C89F45BA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İçerik 2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72"/>
          </p:nvPr>
        </p:nvSpPr>
        <p:spPr/>
        <p:txBody>
          <a:bodyPr/>
          <a:p>
            <a:fld id="{DAE1407B-FEEC-4D99-A647-60F424BEE5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İçerik 3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75"/>
          </p:nvPr>
        </p:nvSpPr>
        <p:spPr/>
        <p:txBody>
          <a:bodyPr/>
          <a:p>
            <a:fld id="{5A0469E5-5655-432B-B8D4-77F47F3E76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iri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78"/>
          </p:nvPr>
        </p:nvSpPr>
        <p:spPr/>
        <p:txBody>
          <a:bodyPr/>
          <a:p>
            <a:fld id="{AC153414-FADA-4BF9-AFBF-5469128F04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ölüm So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1"/>
          </p:nvPr>
        </p:nvSpPr>
        <p:spPr/>
        <p:txBody>
          <a:bodyPr/>
          <a:p>
            <a:fld id="{A4E2FEA0-71A3-4022-8BC2-3F29597BC0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ç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4"/>
          </p:nvPr>
        </p:nvSpPr>
        <p:spPr/>
        <p:txBody>
          <a:bodyPr/>
          <a:p>
            <a:fld id="{F6E8F17B-5D55-42D6-A2F2-E34BDB0883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8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71" name="PlaceHolder 2"/>
          <p:cNvSpPr>
            <a:spLocks noGrp="1"/>
          </p:cNvSpPr>
          <p:nvPr>
            <p:ph type="subTitle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8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7"/>
          </p:nvPr>
        </p:nvSpPr>
        <p:spPr/>
        <p:txBody>
          <a:bodyPr/>
          <a:p>
            <a:fld id="{A5262C17-1232-460E-89C6-262B035989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8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0"/>
          </p:nvPr>
        </p:nvSpPr>
        <p:spPr/>
        <p:txBody>
          <a:bodyPr/>
          <a:p>
            <a:fld id="{B53E5445-3A19-423D-ACCA-2AE1C5ACF9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8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3"/>
          </p:nvPr>
        </p:nvSpPr>
        <p:spPr/>
        <p:txBody>
          <a:bodyPr/>
          <a:p>
            <a:fld id="{2C84DB80-FF91-460D-BBCE-93EC740299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88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96"/>
          </p:nvPr>
        </p:nvSpPr>
        <p:spPr/>
        <p:txBody>
          <a:bodyPr/>
          <a:p>
            <a:fld id="{6258E5D7-CA64-44A5-B6F5-93B441328D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9"/>
          </p:nvPr>
        </p:nvSpPr>
        <p:spPr/>
        <p:txBody>
          <a:bodyPr/>
          <a:p>
            <a:fld id="{3C65F080-A1C2-4622-991A-C0E7357C02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9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1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402" name="PlaceHolder 3"/>
          <p:cNvSpPr>
            <a:spLocks noGrp="1"/>
          </p:cNvSpPr>
          <p:nvPr>
            <p:ph/>
          </p:nvPr>
        </p:nvSpPr>
        <p:spPr>
          <a:xfrm>
            <a:off x="625140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02"/>
          </p:nvPr>
        </p:nvSpPr>
        <p:spPr/>
        <p:txBody>
          <a:bodyPr/>
          <a:p>
            <a:fld id="{35D83DCB-84F4-4921-9911-FF3715D463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0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05"/>
          </p:nvPr>
        </p:nvSpPr>
        <p:spPr/>
        <p:txBody>
          <a:bodyPr/>
          <a:p>
            <a:fld id="{B7899181-2D9E-4151-9F69-C1B6DB9AA8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0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08"/>
          </p:nvPr>
        </p:nvSpPr>
        <p:spPr/>
        <p:txBody>
          <a:bodyPr/>
          <a:p>
            <a:fld id="{0EA4EA90-403A-41AD-82C4-D5E4DFFAA3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0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1"/>
          </p:nvPr>
        </p:nvSpPr>
        <p:spPr/>
        <p:txBody>
          <a:bodyPr/>
          <a:p>
            <a:fld id="{4902D6F3-2BF4-43A8-91DE-58B690278F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0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4"/>
          </p:nvPr>
        </p:nvSpPr>
        <p:spPr/>
        <p:txBody>
          <a:bodyPr/>
          <a:p>
            <a:fld id="{07F944D5-5142-47CF-A309-6DE0A2B674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7"/>
          </p:nvPr>
        </p:nvSpPr>
        <p:spPr/>
        <p:txBody>
          <a:bodyPr/>
          <a:p>
            <a:fld id="{DA1189DF-F1AA-49F9-A54D-3BF685A932B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9" name="PlaceHolder 2"/>
          <p:cNvSpPr>
            <a:spLocks noGrp="1"/>
          </p:cNvSpPr>
          <p:nvPr>
            <p:ph type="subTitle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20"/>
          </p:nvPr>
        </p:nvSpPr>
        <p:spPr/>
        <p:txBody>
          <a:bodyPr/>
          <a:p>
            <a:fld id="{623A72A3-AFB6-4E9A-9FC5-E844CB5ACF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3"/>
          </p:nvPr>
        </p:nvSpPr>
        <p:spPr/>
        <p:txBody>
          <a:bodyPr/>
          <a:p>
            <a:fld id="{2F82B15C-3635-4418-8DBF-D7337F7145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6"/>
          </p:nvPr>
        </p:nvSpPr>
        <p:spPr/>
        <p:txBody>
          <a:bodyPr/>
          <a:p>
            <a:fld id="{30037E92-1477-4C04-B300-4D7D8D74B25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9"/>
          </p:nvPr>
        </p:nvSpPr>
        <p:spPr/>
        <p:txBody>
          <a:bodyPr/>
          <a:p>
            <a:fld id="{0F0CC574-0A09-4910-B02B-517DF46636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32"/>
          </p:nvPr>
        </p:nvSpPr>
        <p:spPr/>
        <p:txBody>
          <a:bodyPr/>
          <a:p>
            <a:fld id="{BA0E89B7-BEB6-4A7B-A329-2F2401A602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35"/>
          </p:nvPr>
        </p:nvSpPr>
        <p:spPr/>
        <p:txBody>
          <a:bodyPr/>
          <a:p>
            <a:fld id="{71479ED5-5019-47A3-BF88-3FE47B0746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38"/>
          </p:nvPr>
        </p:nvSpPr>
        <p:spPr/>
        <p:txBody>
          <a:bodyPr/>
          <a:p>
            <a:fld id="{0F054C3F-1FF1-4686-802A-504CC6E83E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1"/>
          </p:nvPr>
        </p:nvSpPr>
        <p:spPr/>
        <p:txBody>
          <a:bodyPr/>
          <a:p>
            <a:fld id="{15812D3A-6995-44D7-B871-5F1E4AF6AF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4"/>
          </p:nvPr>
        </p:nvSpPr>
        <p:spPr/>
        <p:txBody>
          <a:bodyPr/>
          <a:p>
            <a:fld id="{742BDDCC-FFB7-47BA-A604-FB95FA2481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8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7"/>
          </p:nvPr>
        </p:nvSpPr>
        <p:spPr/>
        <p:txBody>
          <a:bodyPr/>
          <a:p>
            <a:fld id="{2F235F40-639F-48AE-A239-D12BB8D336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0"/>
          </p:nvPr>
        </p:nvSpPr>
        <p:spPr/>
        <p:txBody>
          <a:bodyPr/>
          <a:p>
            <a:fld id="{889521ED-BB42-4605-B92B-C5C713EFB1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1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582" name="PlaceHolder 3"/>
          <p:cNvSpPr>
            <a:spLocks noGrp="1"/>
          </p:cNvSpPr>
          <p:nvPr>
            <p:ph/>
          </p:nvPr>
        </p:nvSpPr>
        <p:spPr>
          <a:xfrm>
            <a:off x="625140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53"/>
          </p:nvPr>
        </p:nvSpPr>
        <p:spPr/>
        <p:txBody>
          <a:bodyPr/>
          <a:p>
            <a:fld id="{5CDE927F-C0FF-4C6D-8BC7-A2EA5939D4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6"/>
          </p:nvPr>
        </p:nvSpPr>
        <p:spPr/>
        <p:txBody>
          <a:bodyPr/>
          <a:p>
            <a:fld id="{0A96F23F-6F53-404E-9138-265E7F85C3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59"/>
          </p:nvPr>
        </p:nvSpPr>
        <p:spPr/>
        <p:txBody>
          <a:bodyPr/>
          <a:p>
            <a:fld id="{D6DB0A05-DCC4-4818-884E-238EE3FABD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62"/>
          </p:nvPr>
        </p:nvSpPr>
        <p:spPr/>
        <p:txBody>
          <a:bodyPr/>
          <a:p>
            <a:fld id="{89038A22-A7AD-41D8-9C77-7BCBE10AC8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65"/>
          </p:nvPr>
        </p:nvSpPr>
        <p:spPr/>
        <p:txBody>
          <a:bodyPr/>
          <a:p>
            <a:fld id="{8E71BAD3-1D78-4570-B810-2A279EF81E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68"/>
          </p:nvPr>
        </p:nvSpPr>
        <p:spPr/>
        <p:txBody>
          <a:bodyPr/>
          <a:p>
            <a:fld id="{2359150A-E86C-41F4-8A39-A3F00677B8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3" name="PlaceHolder 2"/>
          <p:cNvSpPr>
            <a:spLocks noGrp="1"/>
          </p:cNvSpPr>
          <p:nvPr>
            <p:ph type="subTitle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1"/>
          </p:nvPr>
        </p:nvSpPr>
        <p:spPr/>
        <p:txBody>
          <a:bodyPr/>
          <a:p>
            <a:fld id="{EBEE6D3A-E13F-4293-B744-80CF803293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4"/>
          </p:nvPr>
        </p:nvSpPr>
        <p:spPr/>
        <p:txBody>
          <a:bodyPr/>
          <a:p>
            <a:fld id="{07DD1BE2-DDA4-495B-99AE-C4804B9236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7"/>
          </p:nvPr>
        </p:nvSpPr>
        <p:spPr/>
        <p:txBody>
          <a:bodyPr/>
          <a:p>
            <a:fld id="{1AF8B9DF-653A-4B37-AE4A-55F11C93B9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7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60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80"/>
          </p:nvPr>
        </p:nvSpPr>
        <p:spPr/>
        <p:txBody>
          <a:bodyPr/>
          <a:p>
            <a:fld id="{1701CE8A-2C53-444F-92A2-18B4825D3D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7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3"/>
          </p:nvPr>
        </p:nvSpPr>
        <p:spPr/>
        <p:txBody>
          <a:bodyPr/>
          <a:p>
            <a:fld id="{8A47E0D1-1AB1-43B7-97C7-13E276459E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3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674" name="PlaceHolder 3"/>
          <p:cNvSpPr>
            <a:spLocks noGrp="1"/>
          </p:cNvSpPr>
          <p:nvPr>
            <p:ph/>
          </p:nvPr>
        </p:nvSpPr>
        <p:spPr>
          <a:xfrm>
            <a:off x="6251400" y="4453200"/>
            <a:ext cx="4908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86"/>
          </p:nvPr>
        </p:nvSpPr>
        <p:spPr/>
        <p:txBody>
          <a:bodyPr/>
          <a:p>
            <a:fld id="{5FD06FCA-507B-49E0-BC40-2ED261CCCB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8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9"/>
          </p:nvPr>
        </p:nvSpPr>
        <p:spPr/>
        <p:txBody>
          <a:bodyPr/>
          <a:p>
            <a:fld id="{CB4F1151-994B-439C-AA7D-CEADE247B7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92"/>
          </p:nvPr>
        </p:nvSpPr>
        <p:spPr/>
        <p:txBody>
          <a:bodyPr/>
          <a:p>
            <a:fld id="{89DFC2FF-201B-4AA2-BFA7-7D7ED8EB37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9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95"/>
          </p:nvPr>
        </p:nvSpPr>
        <p:spPr/>
        <p:txBody>
          <a:bodyPr/>
          <a:p>
            <a:fld id="{2571D151-526D-4300-B8F5-6F048E6D3B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9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98"/>
          </p:nvPr>
        </p:nvSpPr>
        <p:spPr/>
        <p:txBody>
          <a:bodyPr/>
          <a:p>
            <a:fld id="{9B5E6B45-9703-4CBE-B260-FEFA090F05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9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1"/>
          </p:nvPr>
        </p:nvSpPr>
        <p:spPr/>
        <p:txBody>
          <a:bodyPr/>
          <a:p>
            <a:fld id="{19A79499-A40A-4445-80BD-C0D1FC29D3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9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7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9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0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1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7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8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9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0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1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2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3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4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5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6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7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8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9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30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1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2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3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4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5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6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7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8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9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40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1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2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3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4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5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6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7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8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9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50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1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2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53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54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55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56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57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58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59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60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1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slideLayout" Target="../slideLayouts/slideLayout62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slideLayout" Target="../slideLayouts/slideLayout63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64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65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66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67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68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69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70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slideLayout" Target="../slideLayouts/slideLayout71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slideLayout" Target="../slideLayouts/slideLayout72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slideLayout" Target="../slideLayouts/slideLayout73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slideLayout" Target="../slideLayouts/slideLayout74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slideLayout" Target="../slideLayouts/slideLayout75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slideLayout" Target="../slideLayouts/slideLayout76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slideLayout" Target="../slideLayouts/slideLayout77.xml"/>
</Relationships>
</file>

<file path=ppt/slideMasters/_rels/slideMaster77.xml.rels><?xml version="1.0" encoding="UTF-8"?>
<Relationships xmlns="http://schemas.openxmlformats.org/package/2006/relationships"><Relationship Id="rId1" Type="http://schemas.openxmlformats.org/officeDocument/2006/relationships/theme" Target="../theme/theme77.xml"/><Relationship Id="rId2" Type="http://schemas.openxmlformats.org/officeDocument/2006/relationships/slideLayout" Target="../slideLayouts/slideLayout78.xml"/>
</Relationships>
</file>

<file path=ppt/slideMasters/_rels/slideMaster78.xml.rels><?xml version="1.0" encoding="UTF-8"?>
<Relationships xmlns="http://schemas.openxmlformats.org/package/2006/relationships"><Relationship Id="rId1" Type="http://schemas.openxmlformats.org/officeDocument/2006/relationships/theme" Target="../theme/theme78.xml"/><Relationship Id="rId2" Type="http://schemas.openxmlformats.org/officeDocument/2006/relationships/slideLayout" Target="../slideLayouts/slideLayout79.xml"/>
</Relationships>
</file>

<file path=ppt/slideMasters/_rels/slideMaster79.xml.rels><?xml version="1.0" encoding="UTF-8"?>
<Relationships xmlns="http://schemas.openxmlformats.org/package/2006/relationships"><Relationship Id="rId1" Type="http://schemas.openxmlformats.org/officeDocument/2006/relationships/theme" Target="../theme/theme79.xml"/><Relationship Id="rId2" Type="http://schemas.openxmlformats.org/officeDocument/2006/relationships/slideLayout" Target="../slideLayouts/slideLayout80.xml"/>
</Relationships>
</file>

<file path=ppt/slideMasters/_rels/slideMaster80.xml.rels><?xml version="1.0" encoding="UTF-8"?>
<Relationships xmlns="http://schemas.openxmlformats.org/package/2006/relationships"><Relationship Id="rId1" Type="http://schemas.openxmlformats.org/officeDocument/2006/relationships/theme" Target="../theme/theme80.xml"/><Relationship Id="rId2" Type="http://schemas.openxmlformats.org/officeDocument/2006/relationships/slideLayout" Target="../slideLayouts/slideLayout81.xml"/>
</Relationships>
</file>

<file path=ppt/slideMasters/_rels/slideMaster81.xml.rels><?xml version="1.0" encoding="UTF-8"?>
<Relationships xmlns="http://schemas.openxmlformats.org/package/2006/relationships"><Relationship Id="rId1" Type="http://schemas.openxmlformats.org/officeDocument/2006/relationships/theme" Target="../theme/theme81.xml"/><Relationship Id="rId2" Type="http://schemas.openxmlformats.org/officeDocument/2006/relationships/slideLayout" Target="../slideLayouts/slideLayout82.xml"/>
</Relationships>
</file>

<file path=ppt/slideMasters/_rels/slideMaster82.xml.rels><?xml version="1.0" encoding="UTF-8"?>
<Relationships xmlns="http://schemas.openxmlformats.org/package/2006/relationships"><Relationship Id="rId1" Type="http://schemas.openxmlformats.org/officeDocument/2006/relationships/theme" Target="../theme/theme82.xml"/><Relationship Id="rId2" Type="http://schemas.openxmlformats.org/officeDocument/2006/relationships/slideLayout" Target="../slideLayouts/slideLayout83.xml"/>
</Relationships>
</file>

<file path=ppt/slideMasters/_rels/slideMaster83.xml.rels><?xml version="1.0" encoding="UTF-8"?>
<Relationships xmlns="http://schemas.openxmlformats.org/package/2006/relationships"><Relationship Id="rId1" Type="http://schemas.openxmlformats.org/officeDocument/2006/relationships/theme" Target="../theme/theme83.xml"/><Relationship Id="rId2" Type="http://schemas.openxmlformats.org/officeDocument/2006/relationships/slideLayout" Target="../slideLayouts/slideLayout84.xml"/>
</Relationships>
</file>

<file path=ppt/slideMasters/_rels/slideMaster84.xml.rels><?xml version="1.0" encoding="UTF-8"?>
<Relationships xmlns="http://schemas.openxmlformats.org/package/2006/relationships"><Relationship Id="rId1" Type="http://schemas.openxmlformats.org/officeDocument/2006/relationships/theme" Target="../theme/theme84.xml"/><Relationship Id="rId2" Type="http://schemas.openxmlformats.org/officeDocument/2006/relationships/slideLayout" Target="../slideLayouts/slideLayout85.xml"/>
</Relationships>
</file>

<file path=ppt/slideMasters/_rels/slideMaster85.xml.rels><?xml version="1.0" encoding="UTF-8"?>
<Relationships xmlns="http://schemas.openxmlformats.org/package/2006/relationships"><Relationship Id="rId1" Type="http://schemas.openxmlformats.org/officeDocument/2006/relationships/theme" Target="../theme/theme85.xml"/><Relationship Id="rId2" Type="http://schemas.openxmlformats.org/officeDocument/2006/relationships/slideLayout" Target="../slideLayouts/slideLayout86.xml"/>
</Relationships>
</file>

<file path=ppt/slideMasters/_rels/slideMaster86.xml.rels><?xml version="1.0" encoding="UTF-8"?>
<Relationships xmlns="http://schemas.openxmlformats.org/package/2006/relationships"><Relationship Id="rId1" Type="http://schemas.openxmlformats.org/officeDocument/2006/relationships/theme" Target="../theme/theme86.xml"/><Relationship Id="rId2" Type="http://schemas.openxmlformats.org/officeDocument/2006/relationships/slideLayout" Target="../slideLayouts/slideLayout87.xml"/>
</Relationships>
</file>

<file path=ppt/slideMasters/_rels/slideMaster87.xml.rels><?xml version="1.0" encoding="UTF-8"?>
<Relationships xmlns="http://schemas.openxmlformats.org/package/2006/relationships"><Relationship Id="rId1" Type="http://schemas.openxmlformats.org/officeDocument/2006/relationships/theme" Target="../theme/theme87.xml"/><Relationship Id="rId2" Type="http://schemas.openxmlformats.org/officeDocument/2006/relationships/slideLayout" Target="../slideLayouts/slideLayout88.xml"/>
</Relationships>
</file>

<file path=ppt/slideMasters/_rels/slideMaster88.xml.rels><?xml version="1.0" encoding="UTF-8"?>
<Relationships xmlns="http://schemas.openxmlformats.org/package/2006/relationships"><Relationship Id="rId1" Type="http://schemas.openxmlformats.org/officeDocument/2006/relationships/theme" Target="../theme/theme88.xml"/><Relationship Id="rId2" Type="http://schemas.openxmlformats.org/officeDocument/2006/relationships/slideLayout" Target="../slideLayouts/slideLayout89.xml"/>
</Relationships>
</file>

<file path=ppt/slideMasters/_rels/slideMaster89.xml.rels><?xml version="1.0" encoding="UTF-8"?>
<Relationships xmlns="http://schemas.openxmlformats.org/package/2006/relationships"><Relationship Id="rId1" Type="http://schemas.openxmlformats.org/officeDocument/2006/relationships/theme" Target="../theme/theme89.xml"/><Relationship Id="rId2" Type="http://schemas.openxmlformats.org/officeDocument/2006/relationships/slideLayout" Target="../slideLayouts/slideLayout90.xml"/>
</Relationships>
</file>

<file path=ppt/slideMasters/_rels/slideMaster90.xml.rels><?xml version="1.0" encoding="UTF-8"?>
<Relationships xmlns="http://schemas.openxmlformats.org/package/2006/relationships"><Relationship Id="rId1" Type="http://schemas.openxmlformats.org/officeDocument/2006/relationships/theme" Target="../theme/theme90.xml"/><Relationship Id="rId2" Type="http://schemas.openxmlformats.org/officeDocument/2006/relationships/slideLayout" Target="../slideLayouts/slideLayout91.xml"/>
</Relationships>
</file>

<file path=ppt/slideMasters/_rels/slideMaster91.xml.rels><?xml version="1.0" encoding="UTF-8"?>
<Relationships xmlns="http://schemas.openxmlformats.org/package/2006/relationships"><Relationship Id="rId1" Type="http://schemas.openxmlformats.org/officeDocument/2006/relationships/theme" Target="../theme/theme91.xml"/><Relationship Id="rId2" Type="http://schemas.openxmlformats.org/officeDocument/2006/relationships/slideLayout" Target="../slideLayouts/slideLayout92.xml"/>
</Relationships>
</file>

<file path=ppt/slideMasters/_rels/slideMaster92.xml.rels><?xml version="1.0" encoding="UTF-8"?>
<Relationships xmlns="http://schemas.openxmlformats.org/package/2006/relationships"><Relationship Id="rId1" Type="http://schemas.openxmlformats.org/officeDocument/2006/relationships/theme" Target="../theme/theme92.xml"/><Relationship Id="rId2" Type="http://schemas.openxmlformats.org/officeDocument/2006/relationships/slideLayout" Target="../slideLayouts/slideLayout93.xml"/>
</Relationships>
</file>

<file path=ppt/slideMasters/_rels/slideMaster93.xml.rels><?xml version="1.0" encoding="UTF-8"?>
<Relationships xmlns="http://schemas.openxmlformats.org/package/2006/relationships"><Relationship Id="rId1" Type="http://schemas.openxmlformats.org/officeDocument/2006/relationships/theme" Target="../theme/theme93.xml"/><Relationship Id="rId2" Type="http://schemas.openxmlformats.org/officeDocument/2006/relationships/slideLayout" Target="../slideLayouts/slideLayout94.xml"/>
</Relationships>
</file>

<file path=ppt/slideMasters/_rels/slideMaster94.xml.rels><?xml version="1.0" encoding="UTF-8"?>
<Relationships xmlns="http://schemas.openxmlformats.org/package/2006/relationships"><Relationship Id="rId1" Type="http://schemas.openxmlformats.org/officeDocument/2006/relationships/theme" Target="../theme/theme9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95.xml"/>
</Relationships>
</file>

<file path=ppt/slideMasters/_rels/slideMaster95.xml.rels><?xml version="1.0" encoding="UTF-8"?>
<Relationships xmlns="http://schemas.openxmlformats.org/package/2006/relationships"><Relationship Id="rId1" Type="http://schemas.openxmlformats.org/officeDocument/2006/relationships/theme" Target="../theme/theme9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96.xml"/>
</Relationships>
</file>

<file path=ppt/slideMasters/_rels/slideMaster96.xml.rels><?xml version="1.0" encoding="UTF-8"?>
<Relationships xmlns="http://schemas.openxmlformats.org/package/2006/relationships"><Relationship Id="rId1" Type="http://schemas.openxmlformats.org/officeDocument/2006/relationships/theme" Target="../theme/theme9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97.xml"/>
</Relationships>
</file>

<file path=ppt/slideMasters/_rels/slideMaster97.xml.rels><?xml version="1.0" encoding="UTF-8"?>
<Relationships xmlns="http://schemas.openxmlformats.org/package/2006/relationships"><Relationship Id="rId1" Type="http://schemas.openxmlformats.org/officeDocument/2006/relationships/theme" Target="../theme/theme9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98.xml"/>
</Relationships>
</file>

<file path=ppt/slideMasters/_rels/slideMaster98.xml.rels><?xml version="1.0" encoding="UTF-8"?>
<Relationships xmlns="http://schemas.openxmlformats.org/package/2006/relationships"><Relationship Id="rId1" Type="http://schemas.openxmlformats.org/officeDocument/2006/relationships/theme" Target="../theme/theme9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99.xml"/>
</Relationships>
</file>

<file path=ppt/slideMasters/_rels/slideMaster99.xml.rels><?xml version="1.0" encoding="UTF-8"?>
<Relationships xmlns="http://schemas.openxmlformats.org/package/2006/relationships"><Relationship Id="rId1" Type="http://schemas.openxmlformats.org/officeDocument/2006/relationships/theme" Target="../theme/theme9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0.xml"/>
</Relationships>
</file>

<file path=ppt/slideMasters/_rels/slideMaster100.xml.rels><?xml version="1.0" encoding="UTF-8"?>
<Relationships xmlns="http://schemas.openxmlformats.org/package/2006/relationships"><Relationship Id="rId1" Type="http://schemas.openxmlformats.org/officeDocument/2006/relationships/theme" Target="../theme/theme10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1.xml"/>
</Relationships>
</file>

<file path=ppt/slideMasters/_rels/slideMaster101.xml.rels><?xml version="1.0" encoding="UTF-8"?>
<Relationships xmlns="http://schemas.openxmlformats.org/package/2006/relationships"><Relationship Id="rId1" Type="http://schemas.openxmlformats.org/officeDocument/2006/relationships/theme" Target="../theme/theme10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2.xml"/>
</Relationships>
</file>

<file path=ppt/slideMasters/_rels/slideMaster102.xml.rels><?xml version="1.0" encoding="UTF-8"?>
<Relationships xmlns="http://schemas.openxmlformats.org/package/2006/relationships"><Relationship Id="rId1" Type="http://schemas.openxmlformats.org/officeDocument/2006/relationships/theme" Target="../theme/theme10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3.xml"/>
</Relationships>
</file>

<file path=ppt/slideMasters/_rels/slideMaster103.xml.rels><?xml version="1.0" encoding="UTF-8"?>
<Relationships xmlns="http://schemas.openxmlformats.org/package/2006/relationships"><Relationship Id="rId1" Type="http://schemas.openxmlformats.org/officeDocument/2006/relationships/theme" Target="../theme/theme10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4.xml"/>
</Relationships>
</file>

<file path=ppt/slideMasters/_rels/slideMaster104.xml.rels><?xml version="1.0" encoding="UTF-8"?>
<Relationships xmlns="http://schemas.openxmlformats.org/package/2006/relationships"><Relationship Id="rId1" Type="http://schemas.openxmlformats.org/officeDocument/2006/relationships/theme" Target="../theme/theme10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5.xml"/>
</Relationships>
</file>

<file path=ppt/slideMasters/_rels/slideMaster105.xml.rels><?xml version="1.0" encoding="UTF-8"?>
<Relationships xmlns="http://schemas.openxmlformats.org/package/2006/relationships"><Relationship Id="rId1" Type="http://schemas.openxmlformats.org/officeDocument/2006/relationships/theme" Target="../theme/theme10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6.xml"/>
</Relationships>
</file>

<file path=ppt/slideMasters/_rels/slideMaster106.xml.rels><?xml version="1.0" encoding="UTF-8"?>
<Relationships xmlns="http://schemas.openxmlformats.org/package/2006/relationships"><Relationship Id="rId1" Type="http://schemas.openxmlformats.org/officeDocument/2006/relationships/theme" Target="../theme/theme10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7.xml"/>
</Relationships>
</file>

<file path=ppt/slideMasters/_rels/slideMaster107.xml.rels><?xml version="1.0" encoding="UTF-8"?>
<Relationships xmlns="http://schemas.openxmlformats.org/package/2006/relationships"><Relationship Id="rId1" Type="http://schemas.openxmlformats.org/officeDocument/2006/relationships/theme" Target="../theme/theme10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8.xml"/>
</Relationships>
</file>

<file path=ppt/slideMasters/_rels/slideMaster108.xml.rels><?xml version="1.0" encoding="UTF-8"?>
<Relationships xmlns="http://schemas.openxmlformats.org/package/2006/relationships"><Relationship Id="rId1" Type="http://schemas.openxmlformats.org/officeDocument/2006/relationships/theme" Target="../theme/theme10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09.xml"/>
</Relationships>
</file>

<file path=ppt/slideMasters/_rels/slideMaster109.xml.rels><?xml version="1.0" encoding="UTF-8"?>
<Relationships xmlns="http://schemas.openxmlformats.org/package/2006/relationships"><Relationship Id="rId1" Type="http://schemas.openxmlformats.org/officeDocument/2006/relationships/theme" Target="../theme/theme10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10.xml"/>
</Relationships>
</file>

<file path=ppt/slideMasters/_rels/slideMaster110.xml.rels><?xml version="1.0" encoding="UTF-8"?>
<Relationships xmlns="http://schemas.openxmlformats.org/package/2006/relationships"><Relationship Id="rId1" Type="http://schemas.openxmlformats.org/officeDocument/2006/relationships/theme" Target="../theme/theme1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11.xml"/>
</Relationships>
</file>

<file path=ppt/slideMasters/_rels/slideMaster111.xml.rels><?xml version="1.0" encoding="UTF-8"?>
<Relationships xmlns="http://schemas.openxmlformats.org/package/2006/relationships"><Relationship Id="rId1" Type="http://schemas.openxmlformats.org/officeDocument/2006/relationships/theme" Target="../theme/theme111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slideLayout" Target="../slideLayouts/slideLayout112.xml"/>
</Relationships>
</file>

<file path=ppt/slideMasters/_rels/slideMaster112.xml.rels><?xml version="1.0" encoding="UTF-8"?>
<Relationships xmlns="http://schemas.openxmlformats.org/package/2006/relationships"><Relationship Id="rId1" Type="http://schemas.openxmlformats.org/officeDocument/2006/relationships/theme" Target="../theme/theme112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slideLayout" Target="../slideLayouts/slideLayout113.xml"/>
</Relationships>
</file>

<file path=ppt/slideMasters/_rels/slideMaster113.xml.rels><?xml version="1.0" encoding="UTF-8"?>
<Relationships xmlns="http://schemas.openxmlformats.org/package/2006/relationships"><Relationship Id="rId1" Type="http://schemas.openxmlformats.org/officeDocument/2006/relationships/theme" Target="../theme/theme11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slideLayout" Target="../slideLayouts/slideLayout114.xml"/>
</Relationships>
</file>

<file path=ppt/slideMasters/_rels/slideMaster114.xml.rels><?xml version="1.0" encoding="UTF-8"?>
<Relationships xmlns="http://schemas.openxmlformats.org/package/2006/relationships"><Relationship Id="rId1" Type="http://schemas.openxmlformats.org/officeDocument/2006/relationships/theme" Target="../theme/theme114.xml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15.xml"/>
</Relationships>
</file>

<file path=ppt/slideMasters/_rels/slideMaster115.xml.rels><?xml version="1.0" encoding="UTF-8"?>
<Relationships xmlns="http://schemas.openxmlformats.org/package/2006/relationships"><Relationship Id="rId1" Type="http://schemas.openxmlformats.org/officeDocument/2006/relationships/theme" Target="../theme/theme115.xml"/><Relationship Id="rId2" Type="http://schemas.openxmlformats.org/officeDocument/2006/relationships/slideLayout" Target="../slideLayouts/slideLayout116.xml"/>
</Relationships>
</file>

<file path=ppt/slideMasters/_rels/slideMaster116.xml.rels><?xml version="1.0" encoding="UTF-8"?>
<Relationships xmlns="http://schemas.openxmlformats.org/package/2006/relationships"><Relationship Id="rId1" Type="http://schemas.openxmlformats.org/officeDocument/2006/relationships/theme" Target="../theme/theme116.xml"/><Relationship Id="rId2" Type="http://schemas.openxmlformats.org/officeDocument/2006/relationships/slideLayout" Target="../slideLayouts/slideLayout117.xml"/>
</Relationships>
</file>

<file path=ppt/slideMasters/_rels/slideMaster117.xml.rels><?xml version="1.0" encoding="UTF-8"?>
<Relationships xmlns="http://schemas.openxmlformats.org/package/2006/relationships"><Relationship Id="rId1" Type="http://schemas.openxmlformats.org/officeDocument/2006/relationships/theme" Target="../theme/theme117.xml"/><Relationship Id="rId2" Type="http://schemas.openxmlformats.org/officeDocument/2006/relationships/slideLayout" Target="../slideLayouts/slideLayout118.xml"/>
</Relationships>
</file>

<file path=ppt/slideMasters/_rels/slideMaster118.xml.rels><?xml version="1.0" encoding="UTF-8"?>
<Relationships xmlns="http://schemas.openxmlformats.org/package/2006/relationships"><Relationship Id="rId1" Type="http://schemas.openxmlformats.org/officeDocument/2006/relationships/theme" Target="../theme/theme118.xml"/><Relationship Id="rId2" Type="http://schemas.openxmlformats.org/officeDocument/2006/relationships/slideLayout" Target="../slideLayouts/slideLayout119.xml"/>
</Relationships>
</file>

<file path=ppt/slideMasters/_rels/slideMaster119.xml.rels><?xml version="1.0" encoding="UTF-8"?>
<Relationships xmlns="http://schemas.openxmlformats.org/package/2006/relationships"><Relationship Id="rId1" Type="http://schemas.openxmlformats.org/officeDocument/2006/relationships/theme" Target="../theme/theme119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image" Target="../media/image20.png"/><Relationship Id="rId5" Type="http://schemas.openxmlformats.org/officeDocument/2006/relationships/image" Target="../media/image21.svg"/><Relationship Id="rId6" Type="http://schemas.openxmlformats.org/officeDocument/2006/relationships/slideLayout" Target="../slideLayouts/slideLayout120.xml"/>
</Relationships>
</file>

<file path=ppt/slideMasters/_rels/slideMaster120.xml.rels><?xml version="1.0" encoding="UTF-8"?>
<Relationships xmlns="http://schemas.openxmlformats.org/package/2006/relationships"><Relationship Id="rId1" Type="http://schemas.openxmlformats.org/officeDocument/2006/relationships/theme" Target="../theme/theme120.xml"/><Relationship Id="rId2" Type="http://schemas.openxmlformats.org/officeDocument/2006/relationships/slideLayout" Target="../slideLayouts/slideLayout121.xml"/>
</Relationships>
</file>

<file path=ppt/slideMasters/_rels/slideMaster121.xml.rels><?xml version="1.0" encoding="UTF-8"?>
<Relationships xmlns="http://schemas.openxmlformats.org/package/2006/relationships"><Relationship Id="rId1" Type="http://schemas.openxmlformats.org/officeDocument/2006/relationships/theme" Target="../theme/theme121.xml"/><Relationship Id="rId2" Type="http://schemas.openxmlformats.org/officeDocument/2006/relationships/slideLayout" Target="../slideLayouts/slideLayout122.xml"/>
</Relationships>
</file>

<file path=ppt/slideMasters/_rels/slideMaster122.xml.rels><?xml version="1.0" encoding="UTF-8"?>
<Relationships xmlns="http://schemas.openxmlformats.org/package/2006/relationships"><Relationship Id="rId1" Type="http://schemas.openxmlformats.org/officeDocument/2006/relationships/theme" Target="../theme/theme122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slideLayout" Target="../slideLayouts/slideLayout123.xml"/>
</Relationships>
</file>

<file path=ppt/slideMasters/_rels/slideMaster123.xml.rels><?xml version="1.0" encoding="UTF-8"?>
<Relationships xmlns="http://schemas.openxmlformats.org/package/2006/relationships"><Relationship Id="rId1" Type="http://schemas.openxmlformats.org/officeDocument/2006/relationships/theme" Target="../theme/theme123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Relationship Id="rId4" Type="http://schemas.openxmlformats.org/officeDocument/2006/relationships/slideLayout" Target="../slideLayouts/slideLayout124.xml"/>
</Relationships>
</file>

<file path=ppt/slideMasters/_rels/slideMaster124.xml.rels><?xml version="1.0" encoding="UTF-8"?>
<Relationships xmlns="http://schemas.openxmlformats.org/package/2006/relationships"><Relationship Id="rId1" Type="http://schemas.openxmlformats.org/officeDocument/2006/relationships/theme" Target="../theme/theme124.xml"/><Relationship Id="rId2" Type="http://schemas.openxmlformats.org/officeDocument/2006/relationships/slideLayout" Target="../slideLayouts/slideLayout125.xml"/>
</Relationships>
</file>

<file path=ppt/slideMasters/_rels/slideMaster125.xml.rels><?xml version="1.0" encoding="UTF-8"?>
<Relationships xmlns="http://schemas.openxmlformats.org/package/2006/relationships"><Relationship Id="rId1" Type="http://schemas.openxmlformats.org/officeDocument/2006/relationships/theme" Target="../theme/theme125.xml"/><Relationship Id="rId2" Type="http://schemas.openxmlformats.org/officeDocument/2006/relationships/slideLayout" Target="../slideLayouts/slideLayout126.xml"/>
</Relationships>
</file>

<file path=ppt/slideMasters/_rels/slideMaster126.xml.rels><?xml version="1.0" encoding="UTF-8"?>
<Relationships xmlns="http://schemas.openxmlformats.org/package/2006/relationships"><Relationship Id="rId1" Type="http://schemas.openxmlformats.org/officeDocument/2006/relationships/theme" Target="../theme/theme126.xml"/><Relationship Id="rId2" Type="http://schemas.openxmlformats.org/officeDocument/2006/relationships/image" Target="../media/image26.png"/><Relationship Id="rId3" Type="http://schemas.openxmlformats.org/officeDocument/2006/relationships/image" Target="../media/image27.svg"/><Relationship Id="rId4" Type="http://schemas.openxmlformats.org/officeDocument/2006/relationships/slideLayout" Target="../slideLayouts/slideLayout127.xml"/>
</Relationships>
</file>

<file path=ppt/slideMasters/_rels/slideMaster127.xml.rels><?xml version="1.0" encoding="UTF-8"?>
<Relationships xmlns="http://schemas.openxmlformats.org/package/2006/relationships"><Relationship Id="rId1" Type="http://schemas.openxmlformats.org/officeDocument/2006/relationships/theme" Target="../theme/theme127.xml"/><Relationship Id="rId2" Type="http://schemas.openxmlformats.org/officeDocument/2006/relationships/slideLayout" Target="../slideLayouts/slideLayout128.xml"/>
</Relationships>
</file>

<file path=ppt/slideMasters/_rels/slideMaster128.xml.rels><?xml version="1.0" encoding="UTF-8"?>
<Relationships xmlns="http://schemas.openxmlformats.org/package/2006/relationships"><Relationship Id="rId1" Type="http://schemas.openxmlformats.org/officeDocument/2006/relationships/theme" Target="../theme/theme128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Relationship Id="rId4" Type="http://schemas.openxmlformats.org/officeDocument/2006/relationships/slideLayout" Target="../slideLayouts/slideLayout129.xml"/>
</Relationships>
</file>

<file path=ppt/slideMasters/_rels/slideMaster129.xml.rels><?xml version="1.0" encoding="UTF-8"?>
<Relationships xmlns="http://schemas.openxmlformats.org/package/2006/relationships"><Relationship Id="rId1" Type="http://schemas.openxmlformats.org/officeDocument/2006/relationships/theme" Target="../theme/theme129.xml"/><Relationship Id="rId2" Type="http://schemas.openxmlformats.org/officeDocument/2006/relationships/image" Target="../media/image30.png"/><Relationship Id="rId3" Type="http://schemas.openxmlformats.org/officeDocument/2006/relationships/image" Target="../media/image31.svg"/><Relationship Id="rId4" Type="http://schemas.openxmlformats.org/officeDocument/2006/relationships/slideLayout" Target="../slideLayouts/slideLayout130.xml"/>
</Relationships>
</file>

<file path=ppt/slideMasters/_rels/slideMaster130.xml.rels><?xml version="1.0" encoding="UTF-8"?>
<Relationships xmlns="http://schemas.openxmlformats.org/package/2006/relationships"><Relationship Id="rId1" Type="http://schemas.openxmlformats.org/officeDocument/2006/relationships/theme" Target="../theme/theme130.xml"/><Relationship Id="rId2" Type="http://schemas.openxmlformats.org/officeDocument/2006/relationships/slideLayout" Target="../slideLayouts/slideLayout131.xml"/>
</Relationships>
</file>

<file path=ppt/slideMasters/_rels/slideMaster131.xml.rels><?xml version="1.0" encoding="UTF-8"?>
<Relationships xmlns="http://schemas.openxmlformats.org/package/2006/relationships"><Relationship Id="rId1" Type="http://schemas.openxmlformats.org/officeDocument/2006/relationships/theme" Target="../theme/theme131.xml"/><Relationship Id="rId2" Type="http://schemas.openxmlformats.org/officeDocument/2006/relationships/slideLayout" Target="../slideLayouts/slideLayout132.xml"/>
</Relationships>
</file>

<file path=ppt/slideMasters/_rels/slideMaster132.xml.rels><?xml version="1.0" encoding="UTF-8"?>
<Relationships xmlns="http://schemas.openxmlformats.org/package/2006/relationships"><Relationship Id="rId1" Type="http://schemas.openxmlformats.org/officeDocument/2006/relationships/theme" Target="../theme/theme132.xml"/><Relationship Id="rId2" Type="http://schemas.openxmlformats.org/officeDocument/2006/relationships/slideLayout" Target="../slideLayouts/slideLayout133.xml"/>
</Relationships>
</file>

<file path=ppt/slideMasters/_rels/slideMaster133.xml.rels><?xml version="1.0" encoding="UTF-8"?>
<Relationships xmlns="http://schemas.openxmlformats.org/package/2006/relationships"><Relationship Id="rId1" Type="http://schemas.openxmlformats.org/officeDocument/2006/relationships/theme" Target="../theme/theme133.xml"/><Relationship Id="rId2" Type="http://schemas.openxmlformats.org/officeDocument/2006/relationships/slideLayout" Target="../slideLayouts/slideLayout134.xml"/>
</Relationships>
</file>

<file path=ppt/slideMasters/_rels/slideMaster134.xml.rels><?xml version="1.0" encoding="UTF-8"?>
<Relationships xmlns="http://schemas.openxmlformats.org/package/2006/relationships"><Relationship Id="rId1" Type="http://schemas.openxmlformats.org/officeDocument/2006/relationships/theme" Target="../theme/theme134.xml"/><Relationship Id="rId2" Type="http://schemas.openxmlformats.org/officeDocument/2006/relationships/slideLayout" Target="../slideLayouts/slideLayout135.xml"/>
</Relationships>
</file>

<file path=ppt/slideMasters/_rels/slideMaster135.xml.rels><?xml version="1.0" encoding="UTF-8"?>
<Relationships xmlns="http://schemas.openxmlformats.org/package/2006/relationships"><Relationship Id="rId1" Type="http://schemas.openxmlformats.org/officeDocument/2006/relationships/theme" Target="../theme/theme135.xml"/><Relationship Id="rId2" Type="http://schemas.openxmlformats.org/officeDocument/2006/relationships/slideLayout" Target="../slideLayouts/slideLayout136.xml"/>
</Relationships>
</file>

<file path=ppt/slideMasters/_rels/slideMaster136.xml.rels><?xml version="1.0" encoding="UTF-8"?>
<Relationships xmlns="http://schemas.openxmlformats.org/package/2006/relationships"><Relationship Id="rId1" Type="http://schemas.openxmlformats.org/officeDocument/2006/relationships/theme" Target="../theme/theme136.xml"/><Relationship Id="rId2" Type="http://schemas.openxmlformats.org/officeDocument/2006/relationships/slideLayout" Target="../slideLayouts/slideLayout137.xml"/>
</Relationships>
</file>

<file path=ppt/slideMasters/_rels/slideMaster137.xml.rels><?xml version="1.0" encoding="UTF-8"?>
<Relationships xmlns="http://schemas.openxmlformats.org/package/2006/relationships"><Relationship Id="rId1" Type="http://schemas.openxmlformats.org/officeDocument/2006/relationships/theme" Target="../theme/theme137.xml"/><Relationship Id="rId2" Type="http://schemas.openxmlformats.org/officeDocument/2006/relationships/slideLayout" Target="../slideLayouts/slideLayout138.xml"/>
</Relationships>
</file>

<file path=ppt/slideMasters/_rels/slideMaster138.xml.rels><?xml version="1.0" encoding="UTF-8"?>
<Relationships xmlns="http://schemas.openxmlformats.org/package/2006/relationships"><Relationship Id="rId1" Type="http://schemas.openxmlformats.org/officeDocument/2006/relationships/theme" Target="../theme/theme138.xml"/><Relationship Id="rId2" Type="http://schemas.openxmlformats.org/officeDocument/2006/relationships/slideLayout" Target="../slideLayouts/slideLayout139.xml"/>
</Relationships>
</file>

<file path=ppt/slideMasters/_rels/slideMaster139.xml.rels><?xml version="1.0" encoding="UTF-8"?>
<Relationships xmlns="http://schemas.openxmlformats.org/package/2006/relationships"><Relationship Id="rId1" Type="http://schemas.openxmlformats.org/officeDocument/2006/relationships/theme" Target="../theme/theme139.xml"/><Relationship Id="rId2" Type="http://schemas.openxmlformats.org/officeDocument/2006/relationships/slideLayout" Target="../slideLayouts/slideLayout140.xml"/>
</Relationships>
</file>

<file path=ppt/slideMasters/_rels/slideMaster140.xml.rels><?xml version="1.0" encoding="UTF-8"?>
<Relationships xmlns="http://schemas.openxmlformats.org/package/2006/relationships"><Relationship Id="rId1" Type="http://schemas.openxmlformats.org/officeDocument/2006/relationships/theme" Target="../theme/theme140.xml"/><Relationship Id="rId2" Type="http://schemas.openxmlformats.org/officeDocument/2006/relationships/slideLayout" Target="../slideLayouts/slideLayout141.xml"/>
</Relationships>
</file>

<file path=ppt/slideMasters/_rels/slideMaster141.xml.rels><?xml version="1.0" encoding="UTF-8"?>
<Relationships xmlns="http://schemas.openxmlformats.org/package/2006/relationships"><Relationship Id="rId1" Type="http://schemas.openxmlformats.org/officeDocument/2006/relationships/theme" Target="../theme/theme141.xml"/><Relationship Id="rId2" Type="http://schemas.openxmlformats.org/officeDocument/2006/relationships/slideLayout" Target="../slideLayouts/slideLayout142.xml"/>
</Relationships>
</file>

<file path=ppt/slideMasters/_rels/slideMaster142.xml.rels><?xml version="1.0" encoding="UTF-8"?>
<Relationships xmlns="http://schemas.openxmlformats.org/package/2006/relationships"><Relationship Id="rId1" Type="http://schemas.openxmlformats.org/officeDocument/2006/relationships/theme" Target="../theme/theme142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image" Target="../media/image35.jpeg"/><Relationship Id="rId5" Type="http://schemas.openxmlformats.org/officeDocument/2006/relationships/slideLayout" Target="../slideLayouts/slideLayout143.xml"/>
</Relationships>
</file>

<file path=ppt/slideMasters/_rels/slideMaster143.xml.rels><?xml version="1.0" encoding="UTF-8"?>
<Relationships xmlns="http://schemas.openxmlformats.org/package/2006/relationships"><Relationship Id="rId1" Type="http://schemas.openxmlformats.org/officeDocument/2006/relationships/theme" Target="../theme/theme143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44.xml"/>
</Relationships>
</file>

<file path=ppt/slideMasters/_rels/slideMaster144.xml.rels><?xml version="1.0" encoding="UTF-8"?>
<Relationships xmlns="http://schemas.openxmlformats.org/package/2006/relationships"><Relationship Id="rId1" Type="http://schemas.openxmlformats.org/officeDocument/2006/relationships/theme" Target="../theme/theme144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45.xml"/>
</Relationships>
</file>

<file path=ppt/slideMasters/_rels/slideMaster145.xml.rels><?xml version="1.0" encoding="UTF-8"?>
<Relationships xmlns="http://schemas.openxmlformats.org/package/2006/relationships"><Relationship Id="rId1" Type="http://schemas.openxmlformats.org/officeDocument/2006/relationships/theme" Target="../theme/theme145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46.xml"/>
</Relationships>
</file>

<file path=ppt/slideMasters/_rels/slideMaster146.xml.rels><?xml version="1.0" encoding="UTF-8"?>
<Relationships xmlns="http://schemas.openxmlformats.org/package/2006/relationships"><Relationship Id="rId1" Type="http://schemas.openxmlformats.org/officeDocument/2006/relationships/theme" Target="../theme/theme146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47.xml"/>
</Relationships>
</file>

<file path=ppt/slideMasters/_rels/slideMaster147.xml.rels><?xml version="1.0" encoding="UTF-8"?>
<Relationships xmlns="http://schemas.openxmlformats.org/package/2006/relationships"><Relationship Id="rId1" Type="http://schemas.openxmlformats.org/officeDocument/2006/relationships/theme" Target="../theme/theme147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48.xml"/>
</Relationships>
</file>

<file path=ppt/slideMasters/_rels/slideMaster148.xml.rels><?xml version="1.0" encoding="UTF-8"?>
<Relationships xmlns="http://schemas.openxmlformats.org/package/2006/relationships"><Relationship Id="rId1" Type="http://schemas.openxmlformats.org/officeDocument/2006/relationships/theme" Target="../theme/theme148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49.xml"/>
</Relationships>
</file>

<file path=ppt/slideMasters/_rels/slideMaster149.xml.rels><?xml version="1.0" encoding="UTF-8"?>
<Relationships xmlns="http://schemas.openxmlformats.org/package/2006/relationships"><Relationship Id="rId1" Type="http://schemas.openxmlformats.org/officeDocument/2006/relationships/theme" Target="../theme/theme149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50.xml"/>
</Relationships>
</file>

<file path=ppt/slideMasters/_rels/slideMaster150.xml.rels><?xml version="1.0" encoding="UTF-8"?>
<Relationships xmlns="http://schemas.openxmlformats.org/package/2006/relationships"><Relationship Id="rId1" Type="http://schemas.openxmlformats.org/officeDocument/2006/relationships/theme" Target="../theme/theme150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51.xml"/>
</Relationships>
</file>

<file path=ppt/slideMasters/_rels/slideMaster151.xml.rels><?xml version="1.0" encoding="UTF-8"?>
<Relationships xmlns="http://schemas.openxmlformats.org/package/2006/relationships"><Relationship Id="rId1" Type="http://schemas.openxmlformats.org/officeDocument/2006/relationships/theme" Target="../theme/theme151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52.xml"/>
</Relationships>
</file>

<file path=ppt/slideMasters/_rels/slideMaster152.xml.rels><?xml version="1.0" encoding="UTF-8"?>
<Relationships xmlns="http://schemas.openxmlformats.org/package/2006/relationships"><Relationship Id="rId1" Type="http://schemas.openxmlformats.org/officeDocument/2006/relationships/theme" Target="../theme/theme152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53.xml"/>
</Relationships>
</file>

<file path=ppt/slideMasters/_rels/slideMaster153.xml.rels><?xml version="1.0" encoding="UTF-8"?>
<Relationships xmlns="http://schemas.openxmlformats.org/package/2006/relationships"><Relationship Id="rId1" Type="http://schemas.openxmlformats.org/officeDocument/2006/relationships/theme" Target="../theme/theme153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54.xml"/>
</Relationships>
</file>

<file path=ppt/slideMasters/_rels/slideMaster154.xml.rels><?xml version="1.0" encoding="UTF-8"?>
<Relationships xmlns="http://schemas.openxmlformats.org/package/2006/relationships"><Relationship Id="rId1" Type="http://schemas.openxmlformats.org/officeDocument/2006/relationships/theme" Target="../theme/theme154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55.xml"/>
</Relationships>
</file>

<file path=ppt/slideMasters/_rels/slideMaster155.xml.rels><?xml version="1.0" encoding="UTF-8"?>
<Relationships xmlns="http://schemas.openxmlformats.org/package/2006/relationships"><Relationship Id="rId1" Type="http://schemas.openxmlformats.org/officeDocument/2006/relationships/theme" Target="../theme/theme155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56.xml"/>
</Relationships>
</file>

<file path=ppt/slideMasters/_rels/slideMaster156.xml.rels><?xml version="1.0" encoding="UTF-8"?>
<Relationships xmlns="http://schemas.openxmlformats.org/package/2006/relationships"><Relationship Id="rId1" Type="http://schemas.openxmlformats.org/officeDocument/2006/relationships/theme" Target="../theme/theme156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57.xml"/>
</Relationships>
</file>

<file path=ppt/slideMasters/_rels/slideMaster157.xml.rels><?xml version="1.0" encoding="UTF-8"?>
<Relationships xmlns="http://schemas.openxmlformats.org/package/2006/relationships"><Relationship Id="rId1" Type="http://schemas.openxmlformats.org/officeDocument/2006/relationships/theme" Target="../theme/theme157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58.xml"/>
</Relationships>
</file>

<file path=ppt/slideMasters/_rels/slideMaster158.xml.rels><?xml version="1.0" encoding="UTF-8"?>
<Relationships xmlns="http://schemas.openxmlformats.org/package/2006/relationships"><Relationship Id="rId1" Type="http://schemas.openxmlformats.org/officeDocument/2006/relationships/theme" Target="../theme/theme158.xml"/><Relationship Id="rId2" Type="http://schemas.openxmlformats.org/officeDocument/2006/relationships/image" Target="../media/image34.png"/><Relationship Id="rId3" Type="http://schemas.openxmlformats.org/officeDocument/2006/relationships/image" Target="../media/image35.jpeg"/><Relationship Id="rId4" Type="http://schemas.openxmlformats.org/officeDocument/2006/relationships/slideLayout" Target="../slideLayouts/slideLayout159.xml"/>
</Relationships>
</file>

<file path=ppt/slideMasters/_rels/slideMaster159.xml.rels><?xml version="1.0" encoding="UTF-8"?>
<Relationships xmlns="http://schemas.openxmlformats.org/package/2006/relationships"><Relationship Id="rId1" Type="http://schemas.openxmlformats.org/officeDocument/2006/relationships/theme" Target="../theme/theme159.xml"/><Relationship Id="rId2" Type="http://schemas.openxmlformats.org/officeDocument/2006/relationships/slideLayout" Target="../slideLayouts/slideLayout160.xml"/>
</Relationships>
</file>

<file path=ppt/slideMasters/_rels/slideMaster160.xml.rels><?xml version="1.0" encoding="UTF-8"?>
<Relationships xmlns="http://schemas.openxmlformats.org/package/2006/relationships"><Relationship Id="rId1" Type="http://schemas.openxmlformats.org/officeDocument/2006/relationships/theme" Target="../theme/theme160.xml"/><Relationship Id="rId2" Type="http://schemas.openxmlformats.org/officeDocument/2006/relationships/slideLayout" Target="../slideLayouts/slideLayout161.xml"/>
</Relationships>
</file>

<file path=ppt/slideMasters/_rels/slideMaster161.xml.rels><?xml version="1.0" encoding="UTF-8"?>
<Relationships xmlns="http://schemas.openxmlformats.org/package/2006/relationships"><Relationship Id="rId1" Type="http://schemas.openxmlformats.org/officeDocument/2006/relationships/theme" Target="../theme/theme161.xml"/><Relationship Id="rId2" Type="http://schemas.openxmlformats.org/officeDocument/2006/relationships/slideLayout" Target="../slideLayouts/slideLayout162.xml"/>
</Relationships>
</file>

<file path=ppt/slideMasters/_rels/slideMaster162.xml.rels><?xml version="1.0" encoding="UTF-8"?>
<Relationships xmlns="http://schemas.openxmlformats.org/package/2006/relationships"><Relationship Id="rId1" Type="http://schemas.openxmlformats.org/officeDocument/2006/relationships/theme" Target="../theme/theme162.xml"/><Relationship Id="rId2" Type="http://schemas.openxmlformats.org/officeDocument/2006/relationships/slideLayout" Target="../slideLayouts/slideLayout163.xml"/>
</Relationships>
</file>

<file path=ppt/slideMasters/_rels/slideMaster163.xml.rels><?xml version="1.0" encoding="UTF-8"?>
<Relationships xmlns="http://schemas.openxmlformats.org/package/2006/relationships"><Relationship Id="rId1" Type="http://schemas.openxmlformats.org/officeDocument/2006/relationships/theme" Target="../theme/theme163.xml"/><Relationship Id="rId2" Type="http://schemas.openxmlformats.org/officeDocument/2006/relationships/slideLayout" Target="../slideLayouts/slideLayout164.xml"/>
</Relationships>
</file>

<file path=ppt/slideMasters/_rels/slideMaster164.xml.rels><?xml version="1.0" encoding="UTF-8"?>
<Relationships xmlns="http://schemas.openxmlformats.org/package/2006/relationships"><Relationship Id="rId1" Type="http://schemas.openxmlformats.org/officeDocument/2006/relationships/theme" Target="../theme/theme164.xml"/><Relationship Id="rId2" Type="http://schemas.openxmlformats.org/officeDocument/2006/relationships/slideLayout" Target="../slideLayouts/slideLayout165.xml"/>
</Relationships>
</file>

<file path=ppt/slideMasters/_rels/slideMaster165.xml.rels><?xml version="1.0" encoding="UTF-8"?>
<Relationships xmlns="http://schemas.openxmlformats.org/package/2006/relationships"><Relationship Id="rId1" Type="http://schemas.openxmlformats.org/officeDocument/2006/relationships/theme" Target="../theme/theme165.xml"/><Relationship Id="rId2" Type="http://schemas.openxmlformats.org/officeDocument/2006/relationships/slideLayout" Target="../slideLayouts/slideLayout166.xml"/>
</Relationships>
</file>

<file path=ppt/slideMasters/_rels/slideMaster166.xml.rels><?xml version="1.0" encoding="UTF-8"?>
<Relationships xmlns="http://schemas.openxmlformats.org/package/2006/relationships"><Relationship Id="rId1" Type="http://schemas.openxmlformats.org/officeDocument/2006/relationships/theme" Target="../theme/theme166.xml"/><Relationship Id="rId2" Type="http://schemas.openxmlformats.org/officeDocument/2006/relationships/slideLayout" Target="../slideLayouts/slideLayout167.xml"/>
</Relationships>
</file>

<file path=ppt/slideMasters/_rels/slideMaster167.xml.rels><?xml version="1.0" encoding="UTF-8"?>
<Relationships xmlns="http://schemas.openxmlformats.org/package/2006/relationships"><Relationship Id="rId1" Type="http://schemas.openxmlformats.org/officeDocument/2006/relationships/theme" Target="../theme/theme167.xml"/><Relationship Id="rId2" Type="http://schemas.openxmlformats.org/officeDocument/2006/relationships/slideLayout" Target="../slideLayouts/slideLayout168.xml"/>
</Relationships>
</file>

<file path=ppt/slideMasters/_rels/slideMaster168.xml.rels><?xml version="1.0" encoding="UTF-8"?>
<Relationships xmlns="http://schemas.openxmlformats.org/package/2006/relationships"><Relationship Id="rId1" Type="http://schemas.openxmlformats.org/officeDocument/2006/relationships/theme" Target="../theme/theme168.xml"/><Relationship Id="rId2" Type="http://schemas.openxmlformats.org/officeDocument/2006/relationships/slideLayout" Target="../slideLayouts/slideLayout169.xml"/>
</Relationships>
</file>

<file path=ppt/slideMasters/_rels/slideMaster169.xml.rels><?xml version="1.0" encoding="UTF-8"?>
<Relationships xmlns="http://schemas.openxmlformats.org/package/2006/relationships"><Relationship Id="rId1" Type="http://schemas.openxmlformats.org/officeDocument/2006/relationships/theme" Target="../theme/theme169.xml"/><Relationship Id="rId2" Type="http://schemas.openxmlformats.org/officeDocument/2006/relationships/slideLayout" Target="../slideLayouts/slideLayout17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style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96C526-DC01-463B-B36B-59116C533910}" type="slidenum">
              <a:rPr b="0" lang="tr-TR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the 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outline text format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Outline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Outline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Outline </a:t>
            </a: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Outlin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e Level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Six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 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Ou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tlin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e 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Lev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el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e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v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e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n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h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O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u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l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i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n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e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L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e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v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e</a:t>
            </a: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l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Rectangle 8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l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i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k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o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d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i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M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a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s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r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i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l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s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y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l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4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5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B43095-709A-472E-B395-0E613B27FCF9}" type="slidenum">
              <a:rPr b="0" lang="tr-TR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6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724960" y="412200"/>
            <a:ext cx="2628720" cy="57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ck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to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di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M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as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te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r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tit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le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st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yl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412200"/>
            <a:ext cx="7733880" cy="5759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7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8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258644-E8F8-464C-8CC3-62F5FB93E30B}" type="slidenum">
              <a:rPr b="0" lang="tr-TR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Rectangle 8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to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edit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Mast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er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title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0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11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12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7E2EC6-91ED-40F1-8445-EBA2F7615F70}" type="slidenum">
              <a:rPr b="0" lang="tr-TR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6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ck 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to 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ed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it 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M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as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ter 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titl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e 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sty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le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Click to edit Master text styles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13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14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5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155C3D-2447-4182-8D08-ADC4EC4EC5DE}" type="slidenum">
              <a:rPr b="0" lang="tr-TR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3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8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Rectangle 8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6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to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edit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Mast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er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title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16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17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8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401163-50E1-4891-B04C-114DAAFC705D}" type="slidenum">
              <a:rPr b="0" lang="tr-TR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Rectangle 8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8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to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edit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Mast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er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title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09728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097280" y="2582280"/>
            <a:ext cx="493740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21792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217920" y="2582280"/>
            <a:ext cx="493740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dt" idx="19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ftr" idx="20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8"/>
          <p:cNvSpPr>
            <a:spLocks noGrp="1"/>
          </p:cNvSpPr>
          <p:nvPr>
            <p:ph type="sldNum" idx="21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013E0B-2F2B-4D81-BBA1-1394A2AE0244}" type="slidenum">
              <a:rPr b="0" lang="tr-TR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Rectangle 8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9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to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edit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Mast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er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title </a:t>
            </a: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dt" idx="22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ftr" idx="23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sldNum" idx="24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21C888-4BE1-42DC-8525-108DF8BD83C9}" type="slidenum">
              <a:rPr b="0" lang="tr-TR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88" name="Rectangl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Rectangl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dt" idx="25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ftr" idx="26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27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EF2B2C-6CD0-4350-8830-038E05016BC5}" type="slidenum">
              <a:rPr b="0" lang="tr-TR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96" name="Rectangle 7"/>
          <p:cNvSpPr/>
          <p:nvPr/>
        </p:nvSpPr>
        <p:spPr>
          <a:xfrm>
            <a:off x="0" y="0"/>
            <a:ext cx="405036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Rectangle 8"/>
          <p:cNvSpPr/>
          <p:nvPr/>
        </p:nvSpPr>
        <p:spPr>
          <a:xfrm>
            <a:off x="4039920" y="0"/>
            <a:ext cx="6372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</a:t>
            </a: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to edit </a:t>
            </a: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Maste</a:t>
            </a: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r title </a:t>
            </a: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style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en-US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dt" idx="28"/>
          </p:nvPr>
        </p:nvSpPr>
        <p:spPr>
          <a:xfrm>
            <a:off x="465480" y="6459840"/>
            <a:ext cx="261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ftr" idx="29"/>
          </p:nvPr>
        </p:nvSpPr>
        <p:spPr>
          <a:xfrm>
            <a:off x="4800600" y="645984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 cap="all">
                <a:solidFill>
                  <a:schemeClr val="dk2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chemeClr val="dk2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PlaceHolder 6"/>
          <p:cNvSpPr>
            <a:spLocks noGrp="1"/>
          </p:cNvSpPr>
          <p:nvPr>
            <p:ph type="sldNum" idx="30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C57A8A-6AC0-4716-B972-120C916087CA}" type="slidenum">
              <a:rPr b="0" lang="tr-TR" sz="1050" spc="-1" strike="noStrike">
                <a:solidFill>
                  <a:schemeClr val="dk2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6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7" name="Rectangle 7"/>
          <p:cNvSpPr/>
          <p:nvPr/>
        </p:nvSpPr>
        <p:spPr>
          <a:xfrm>
            <a:off x="0" y="4952880"/>
            <a:ext cx="12188520" cy="1904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Rectangle 8"/>
          <p:cNvSpPr/>
          <p:nvPr/>
        </p:nvSpPr>
        <p:spPr>
          <a:xfrm>
            <a:off x="0" y="491508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12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</a:t>
            </a: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to edit </a:t>
            </a: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Maste</a:t>
            </a: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r title </a:t>
            </a: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style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914720"/>
          </a:xfrm>
          <a:prstGeom prst="rect">
            <a:avLst/>
          </a:prstGeom>
          <a:solidFill>
            <a:schemeClr val="lt2">
              <a:lumMod val="90000"/>
            </a:schemeClr>
          </a:solidFill>
          <a:ln w="0">
            <a:noFill/>
          </a:ln>
        </p:spPr>
        <p:txBody>
          <a:bodyPr lIns="457200" rIns="90000" tIns="4572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icon to add picture</a:t>
            </a:r>
            <a:endParaRPr b="0" lang="en-US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1097280" y="5906880"/>
            <a:ext cx="1011276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en-US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dt" idx="3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ftr" idx="3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n-U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sldNum" idx="3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E5B4E3-B23E-4E6F-BB56-E577BAD87C28}" type="slidenum">
              <a:rPr b="0" lang="tr-TR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1420200"/>
            <a:ext cx="5181120" cy="97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609480">
              <a:lnSpc>
                <a:spcPct val="100000"/>
              </a:lnSpc>
              <a:buNone/>
            </a:pPr>
            <a:r>
              <a:rPr b="0" lang="en-US" sz="293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93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dt" idx="34"/>
          </p:nvPr>
        </p:nvSpPr>
        <p:spPr>
          <a:xfrm>
            <a:off x="30492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ftr" idx="35"/>
          </p:nvPr>
        </p:nvSpPr>
        <p:spPr>
          <a:xfrm>
            <a:off x="2082960" y="4237560"/>
            <a:ext cx="192996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sldNum" idx="36"/>
          </p:nvPr>
        </p:nvSpPr>
        <p:spPr>
          <a:xfrm>
            <a:off x="436896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254A82-C88A-4FE3-A2A1-50982EFE8104}" type="slidenum"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304920" y="183240"/>
            <a:ext cx="5486040" cy="76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609480">
              <a:lnSpc>
                <a:spcPct val="100000"/>
              </a:lnSpc>
              <a:buNone/>
            </a:pPr>
            <a:r>
              <a:rPr b="0" lang="en-US" sz="293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93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304920" y="1066680"/>
            <a:ext cx="5486040" cy="301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60948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130" spc="-1" strike="noStrike">
              <a:solidFill>
                <a:schemeClr val="dk1"/>
              </a:solidFill>
              <a:latin typeface="Calibri"/>
            </a:endParaRPr>
          </a:p>
          <a:p>
            <a:pPr lvl="1" marL="495360" indent="-190440" defTabSz="60948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870" spc="-1" strike="noStrike">
              <a:solidFill>
                <a:schemeClr val="dk1"/>
              </a:solidFill>
              <a:latin typeface="Calibri"/>
            </a:endParaRPr>
          </a:p>
          <a:p>
            <a:pPr lvl="2" marL="762120" indent="-152280" defTabSz="6094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3" marL="1066680" indent="-152280" defTabSz="609480">
              <a:lnSpc>
                <a:spcPct val="10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4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  <a:p>
            <a:pPr lvl="4" marL="1371600" indent="-152280" defTabSz="609480">
              <a:lnSpc>
                <a:spcPct val="10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4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dt" idx="37"/>
          </p:nvPr>
        </p:nvSpPr>
        <p:spPr>
          <a:xfrm>
            <a:off x="30492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ftr" idx="38"/>
          </p:nvPr>
        </p:nvSpPr>
        <p:spPr>
          <a:xfrm>
            <a:off x="2082960" y="4237560"/>
            <a:ext cx="192996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sldNum" idx="39"/>
          </p:nvPr>
        </p:nvSpPr>
        <p:spPr>
          <a:xfrm>
            <a:off x="436896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8CAC02-21D5-43B5-BD1D-0AD429AD363E}" type="slidenum"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4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419720" y="183240"/>
            <a:ext cx="1371240" cy="39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609480">
              <a:lnSpc>
                <a:spcPct val="100000"/>
              </a:lnSpc>
              <a:buNone/>
            </a:pPr>
            <a:r>
              <a:rPr b="0" lang="en-US" sz="293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93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304920" y="183240"/>
            <a:ext cx="4012920" cy="39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60948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130" spc="-1" strike="noStrike">
              <a:solidFill>
                <a:schemeClr val="dk1"/>
              </a:solidFill>
              <a:latin typeface="Calibri"/>
            </a:endParaRPr>
          </a:p>
          <a:p>
            <a:pPr lvl="1" marL="495360" indent="-190440" defTabSz="60948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870" spc="-1" strike="noStrike">
              <a:solidFill>
                <a:schemeClr val="dk1"/>
              </a:solidFill>
              <a:latin typeface="Calibri"/>
            </a:endParaRPr>
          </a:p>
          <a:p>
            <a:pPr lvl="2" marL="762120" indent="-152280" defTabSz="6094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3" marL="1066680" indent="-152280" defTabSz="609480">
              <a:lnSpc>
                <a:spcPct val="10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4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  <a:p>
            <a:pPr lvl="4" marL="1371600" indent="-152280" defTabSz="609480">
              <a:lnSpc>
                <a:spcPct val="10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4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dt" idx="40"/>
          </p:nvPr>
        </p:nvSpPr>
        <p:spPr>
          <a:xfrm>
            <a:off x="30492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ftr" idx="41"/>
          </p:nvPr>
        </p:nvSpPr>
        <p:spPr>
          <a:xfrm>
            <a:off x="2082960" y="4237560"/>
            <a:ext cx="192996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sldNum" idx="42"/>
          </p:nvPr>
        </p:nvSpPr>
        <p:spPr>
          <a:xfrm>
            <a:off x="436896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C125A7-ED4D-4833-968B-5A885EE4F241}" type="slidenum"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6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304920" y="183240"/>
            <a:ext cx="5486040" cy="76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609480">
              <a:lnSpc>
                <a:spcPct val="100000"/>
              </a:lnSpc>
              <a:buNone/>
            </a:pPr>
            <a:r>
              <a:rPr b="0" lang="en-US" sz="293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93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304920" y="1066680"/>
            <a:ext cx="5486040" cy="301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60948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130" spc="-1" strike="noStrike">
              <a:solidFill>
                <a:schemeClr val="dk1"/>
              </a:solidFill>
              <a:latin typeface="Calibri"/>
            </a:endParaRPr>
          </a:p>
          <a:p>
            <a:pPr lvl="1" marL="495360" indent="-190440" defTabSz="60948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870" spc="-1" strike="noStrike">
              <a:solidFill>
                <a:schemeClr val="dk1"/>
              </a:solidFill>
              <a:latin typeface="Calibri"/>
            </a:endParaRPr>
          </a:p>
          <a:p>
            <a:pPr lvl="2" marL="762120" indent="-152280" defTabSz="6094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3" marL="1066680" indent="-152280" defTabSz="609480">
              <a:lnSpc>
                <a:spcPct val="10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4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  <a:p>
            <a:pPr lvl="4" marL="1371600" indent="-152280" defTabSz="609480">
              <a:lnSpc>
                <a:spcPct val="10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4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dt" idx="43"/>
          </p:nvPr>
        </p:nvSpPr>
        <p:spPr>
          <a:xfrm>
            <a:off x="30492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ftr" idx="44"/>
          </p:nvPr>
        </p:nvSpPr>
        <p:spPr>
          <a:xfrm>
            <a:off x="2082960" y="4237560"/>
            <a:ext cx="192996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sldNum" idx="45"/>
          </p:nvPr>
        </p:nvSpPr>
        <p:spPr>
          <a:xfrm>
            <a:off x="436896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C4EE63-38AB-419F-A4F3-E6E8D8B03BDD}" type="slidenum"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8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81680" y="2937960"/>
            <a:ext cx="5181120" cy="90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09480">
              <a:lnSpc>
                <a:spcPct val="100000"/>
              </a:lnSpc>
              <a:buNone/>
            </a:pPr>
            <a:r>
              <a:rPr b="1" lang="en-US" sz="266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66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481680" y="1937880"/>
            <a:ext cx="5181120" cy="99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09480">
              <a:lnSpc>
                <a:spcPct val="100000"/>
              </a:lnSpc>
              <a:spcBef>
                <a:spcPts val="266"/>
              </a:spcBef>
              <a:buNone/>
              <a:tabLst>
                <a:tab algn="l" pos="0"/>
              </a:tabLst>
            </a:pPr>
            <a:r>
              <a:rPr b="0" lang="en-US" sz="134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dt" idx="46"/>
          </p:nvPr>
        </p:nvSpPr>
        <p:spPr>
          <a:xfrm>
            <a:off x="30492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ftr" idx="47"/>
          </p:nvPr>
        </p:nvSpPr>
        <p:spPr>
          <a:xfrm>
            <a:off x="2082960" y="4237560"/>
            <a:ext cx="192996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sldNum" idx="48"/>
          </p:nvPr>
        </p:nvSpPr>
        <p:spPr>
          <a:xfrm>
            <a:off x="436896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AD5873-F05F-4E3F-8671-F1F94F2CFA3D}" type="slidenum"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0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304920" y="183240"/>
            <a:ext cx="5486040" cy="76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609480">
              <a:lnSpc>
                <a:spcPct val="100000"/>
              </a:lnSpc>
              <a:buNone/>
            </a:pPr>
            <a:r>
              <a:rPr b="0" lang="en-US" sz="293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93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304920" y="1066680"/>
            <a:ext cx="2692080" cy="301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60948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7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870" spc="-1" strike="noStrike">
              <a:solidFill>
                <a:schemeClr val="dk1"/>
              </a:solidFill>
              <a:latin typeface="Calibri"/>
            </a:endParaRPr>
          </a:p>
          <a:p>
            <a:pPr lvl="1" marL="495360" indent="-190440" defTabSz="6094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2" marL="762120" indent="-152280" defTabSz="609480">
              <a:lnSpc>
                <a:spcPct val="10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4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  <a:p>
            <a:pPr lvl="3" marL="1066680" indent="-152280" defTabSz="6094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  <a:p>
            <a:pPr lvl="4" marL="1371600" indent="-152280" defTabSz="6094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3098880" y="1066680"/>
            <a:ext cx="2692080" cy="301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60948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7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870" spc="-1" strike="noStrike">
              <a:solidFill>
                <a:schemeClr val="dk1"/>
              </a:solidFill>
              <a:latin typeface="Calibri"/>
            </a:endParaRPr>
          </a:p>
          <a:p>
            <a:pPr lvl="1" marL="495360" indent="-190440" defTabSz="6094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2" marL="762120" indent="-152280" defTabSz="609480">
              <a:lnSpc>
                <a:spcPct val="10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4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  <a:p>
            <a:pPr lvl="3" marL="1066680" indent="-152280" defTabSz="6094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  <a:p>
            <a:pPr lvl="4" marL="1371600" indent="-152280" defTabSz="6094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dt" idx="49"/>
          </p:nvPr>
        </p:nvSpPr>
        <p:spPr>
          <a:xfrm>
            <a:off x="30492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ftr" idx="50"/>
          </p:nvPr>
        </p:nvSpPr>
        <p:spPr>
          <a:xfrm>
            <a:off x="2082960" y="4237560"/>
            <a:ext cx="192996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PlaceHolder 6"/>
          <p:cNvSpPr>
            <a:spLocks noGrp="1"/>
          </p:cNvSpPr>
          <p:nvPr>
            <p:ph type="sldNum" idx="51"/>
          </p:nvPr>
        </p:nvSpPr>
        <p:spPr>
          <a:xfrm>
            <a:off x="436896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73D7D4-9C43-4F8C-BF4B-1CD91BE147BD}" type="slidenum"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2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304920" y="183240"/>
            <a:ext cx="5486040" cy="76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609480">
              <a:lnSpc>
                <a:spcPct val="100000"/>
              </a:lnSpc>
              <a:buNone/>
            </a:pPr>
            <a:r>
              <a:rPr b="0" lang="en-US" sz="293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93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304920" y="1023480"/>
            <a:ext cx="2693160" cy="42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094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304920" y="1450080"/>
            <a:ext cx="2693160" cy="263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6094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1" marL="495360" indent="-190440" defTabSz="609480">
              <a:lnSpc>
                <a:spcPct val="10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4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  <a:p>
            <a:pPr lvl="2" marL="762120" indent="-152280" defTabSz="6094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  <a:p>
            <a:pPr lvl="3" marL="1066680" indent="-152280" defTabSz="609480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7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070" spc="-1" strike="noStrike">
              <a:solidFill>
                <a:schemeClr val="dk1"/>
              </a:solidFill>
              <a:latin typeface="Calibri"/>
            </a:endParaRPr>
          </a:p>
          <a:p>
            <a:pPr lvl="4" marL="1371600" indent="-152280" defTabSz="609480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07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07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3096720" y="1023480"/>
            <a:ext cx="2694240" cy="42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0948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body"/>
          </p:nvPr>
        </p:nvSpPr>
        <p:spPr>
          <a:xfrm>
            <a:off x="3096720" y="1450080"/>
            <a:ext cx="2694240" cy="263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6094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1" marL="495360" indent="-190440" defTabSz="609480">
              <a:lnSpc>
                <a:spcPct val="10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4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  <a:p>
            <a:pPr lvl="2" marL="762120" indent="-152280" defTabSz="6094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200" spc="-1" strike="noStrike">
              <a:solidFill>
                <a:schemeClr val="dk1"/>
              </a:solidFill>
              <a:latin typeface="Calibri"/>
            </a:endParaRPr>
          </a:p>
          <a:p>
            <a:pPr lvl="3" marL="1066680" indent="-152280" defTabSz="609480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07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070" spc="-1" strike="noStrike">
              <a:solidFill>
                <a:schemeClr val="dk1"/>
              </a:solidFill>
              <a:latin typeface="Calibri"/>
            </a:endParaRPr>
          </a:p>
          <a:p>
            <a:pPr lvl="4" marL="1371600" indent="-152280" defTabSz="609480">
              <a:lnSpc>
                <a:spcPct val="100000"/>
              </a:lnSpc>
              <a:spcBef>
                <a:spcPts val="213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07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07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7" name="PlaceHolder 6"/>
          <p:cNvSpPr>
            <a:spLocks noGrp="1"/>
          </p:cNvSpPr>
          <p:nvPr>
            <p:ph type="dt" idx="52"/>
          </p:nvPr>
        </p:nvSpPr>
        <p:spPr>
          <a:xfrm>
            <a:off x="30492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PlaceHolder 7"/>
          <p:cNvSpPr>
            <a:spLocks noGrp="1"/>
          </p:cNvSpPr>
          <p:nvPr>
            <p:ph type="ftr" idx="53"/>
          </p:nvPr>
        </p:nvSpPr>
        <p:spPr>
          <a:xfrm>
            <a:off x="2082960" y="4237560"/>
            <a:ext cx="192996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PlaceHolder 8"/>
          <p:cNvSpPr>
            <a:spLocks noGrp="1"/>
          </p:cNvSpPr>
          <p:nvPr>
            <p:ph type="sldNum" idx="54"/>
          </p:nvPr>
        </p:nvSpPr>
        <p:spPr>
          <a:xfrm>
            <a:off x="436896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7E2BFB-0A84-4778-A05B-F52D2DF23D29}" type="slidenum"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4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304920" y="183240"/>
            <a:ext cx="5486040" cy="76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609480">
              <a:lnSpc>
                <a:spcPct val="100000"/>
              </a:lnSpc>
              <a:buNone/>
            </a:pPr>
            <a:r>
              <a:rPr b="0" lang="en-US" sz="293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93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dt" idx="55"/>
          </p:nvPr>
        </p:nvSpPr>
        <p:spPr>
          <a:xfrm>
            <a:off x="30492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ftr" idx="56"/>
          </p:nvPr>
        </p:nvSpPr>
        <p:spPr>
          <a:xfrm>
            <a:off x="2082960" y="4237560"/>
            <a:ext cx="192996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sldNum" idx="57"/>
          </p:nvPr>
        </p:nvSpPr>
        <p:spPr>
          <a:xfrm>
            <a:off x="436896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737395-1C37-4211-86D2-2C32ACD6A5D4}" type="slidenum"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6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dt" idx="58"/>
          </p:nvPr>
        </p:nvSpPr>
        <p:spPr>
          <a:xfrm>
            <a:off x="30492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ftr" idx="59"/>
          </p:nvPr>
        </p:nvSpPr>
        <p:spPr>
          <a:xfrm>
            <a:off x="2082960" y="4237560"/>
            <a:ext cx="192996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60"/>
          </p:nvPr>
        </p:nvSpPr>
        <p:spPr>
          <a:xfrm>
            <a:off x="436896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94781F-8260-47EC-8E6A-EBEBD401CA05}" type="slidenum"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3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13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4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4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304920" y="182160"/>
            <a:ext cx="2005200" cy="77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09480">
              <a:lnSpc>
                <a:spcPct val="100000"/>
              </a:lnSpc>
              <a:buNone/>
            </a:pPr>
            <a:r>
              <a:rPr b="1" lang="en-US" sz="134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2383200" y="182160"/>
            <a:ext cx="3407400" cy="390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60948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130" spc="-1" strike="noStrike">
              <a:solidFill>
                <a:schemeClr val="dk1"/>
              </a:solidFill>
              <a:latin typeface="Calibri"/>
            </a:endParaRPr>
          </a:p>
          <a:p>
            <a:pPr lvl="1" marL="495360" indent="-190440" defTabSz="60948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1870" spc="-1" strike="noStrike">
              <a:solidFill>
                <a:schemeClr val="dk1"/>
              </a:solidFill>
              <a:latin typeface="Calibri"/>
            </a:endParaRPr>
          </a:p>
          <a:p>
            <a:pPr lvl="2" marL="762120" indent="-152280" defTabSz="6094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3" marL="1066680" indent="-152280" defTabSz="609480">
              <a:lnSpc>
                <a:spcPct val="10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34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  <a:p>
            <a:pPr lvl="4" marL="1371600" indent="-152280" defTabSz="609480">
              <a:lnSpc>
                <a:spcPct val="10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34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body"/>
          </p:nvPr>
        </p:nvSpPr>
        <p:spPr>
          <a:xfrm>
            <a:off x="304920" y="956880"/>
            <a:ext cx="2005200" cy="312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09480">
              <a:lnSpc>
                <a:spcPct val="100000"/>
              </a:lnSpc>
              <a:spcBef>
                <a:spcPts val="187"/>
              </a:spcBef>
              <a:buNone/>
              <a:tabLst>
                <a:tab algn="l" pos="0"/>
              </a:tabLst>
            </a:pPr>
            <a:r>
              <a:rPr b="0" lang="en-US" sz="939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939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dt" idx="61"/>
          </p:nvPr>
        </p:nvSpPr>
        <p:spPr>
          <a:xfrm>
            <a:off x="30492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PlaceHolder 5"/>
          <p:cNvSpPr>
            <a:spLocks noGrp="1"/>
          </p:cNvSpPr>
          <p:nvPr>
            <p:ph type="ftr" idx="62"/>
          </p:nvPr>
        </p:nvSpPr>
        <p:spPr>
          <a:xfrm>
            <a:off x="2082960" y="4237560"/>
            <a:ext cx="192996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PlaceHolder 6"/>
          <p:cNvSpPr>
            <a:spLocks noGrp="1"/>
          </p:cNvSpPr>
          <p:nvPr>
            <p:ph type="sldNum" idx="63"/>
          </p:nvPr>
        </p:nvSpPr>
        <p:spPr>
          <a:xfrm>
            <a:off x="436896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6253DD-1BBE-45C5-AAEF-283C4412A8E6}" type="slidenum"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0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194840" y="3200400"/>
            <a:ext cx="3657240" cy="37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09480">
              <a:lnSpc>
                <a:spcPct val="100000"/>
              </a:lnSpc>
              <a:buNone/>
            </a:pPr>
            <a:r>
              <a:rPr b="1" lang="en-US" sz="134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134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1194840" y="408600"/>
            <a:ext cx="3657240" cy="274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3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13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3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13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3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13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3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13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3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13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3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13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3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13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1194840" y="3578400"/>
            <a:ext cx="3657240" cy="53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09480">
              <a:lnSpc>
                <a:spcPct val="100000"/>
              </a:lnSpc>
              <a:spcBef>
                <a:spcPts val="187"/>
              </a:spcBef>
              <a:buNone/>
              <a:tabLst>
                <a:tab algn="l" pos="0"/>
              </a:tabLst>
            </a:pPr>
            <a:r>
              <a:rPr b="0" lang="en-US" sz="939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939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dt" idx="64"/>
          </p:nvPr>
        </p:nvSpPr>
        <p:spPr>
          <a:xfrm>
            <a:off x="30492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ftr" idx="65"/>
          </p:nvPr>
        </p:nvSpPr>
        <p:spPr>
          <a:xfrm>
            <a:off x="2082960" y="4237560"/>
            <a:ext cx="192996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PlaceHolder 6"/>
          <p:cNvSpPr>
            <a:spLocks noGrp="1"/>
          </p:cNvSpPr>
          <p:nvPr>
            <p:ph type="sldNum" idx="66"/>
          </p:nvPr>
        </p:nvSpPr>
        <p:spPr>
          <a:xfrm>
            <a:off x="4368960" y="4237560"/>
            <a:ext cx="1422000" cy="2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46EB8C-B6D7-48BA-8ACC-F67F481E2004}" type="slidenum">
              <a:rPr b="0" lang="en-US" sz="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2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8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85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Rectangle 7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dt" idx="67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ftr" idx="68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sldNum" idx="6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C81704-B854-44A3-9B23-ACEC7935D6D8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191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9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Outline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Outline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Outline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4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Rectangle 8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9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dt" idx="70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ftr" idx="71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 type="sldNum" idx="72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6F1965-C140-4CD3-999A-7AA971C88706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6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0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06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8724960" y="412200"/>
            <a:ext cx="2628720" cy="57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838080" y="412200"/>
            <a:ext cx="7733880" cy="5759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dt" idx="73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ftr" idx="74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 type="sldNum" idx="75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DEC7F6-97B8-4D41-8917-9B810241F278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8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Rectangle 8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1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dt" idx="76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ftr" idx="77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sldNum" idx="78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6B361C-0A5B-40A0-B589-3ED769C44453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0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2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26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Click to edit Master text styles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dt" idx="79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ftr" idx="80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sldNum" idx="81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3AE9A5-3541-47BA-BE92-156D0828BBB4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233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2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Rectangle 8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36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body"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dt" idx="82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ftr" idx="83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PlaceHolder 6"/>
          <p:cNvSpPr>
            <a:spLocks noGrp="1"/>
          </p:cNvSpPr>
          <p:nvPr>
            <p:ph type="sldNum" idx="84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04F7BA-E207-4495-A55A-E827FD46F241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4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Rectangle 8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48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109728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body"/>
          </p:nvPr>
        </p:nvSpPr>
        <p:spPr>
          <a:xfrm>
            <a:off x="1097280" y="2582280"/>
            <a:ext cx="493740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body"/>
          </p:nvPr>
        </p:nvSpPr>
        <p:spPr>
          <a:xfrm>
            <a:off x="621792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53" name="PlaceHolder 5"/>
          <p:cNvSpPr>
            <a:spLocks noGrp="1"/>
          </p:cNvSpPr>
          <p:nvPr>
            <p:ph type="body"/>
          </p:nvPr>
        </p:nvSpPr>
        <p:spPr>
          <a:xfrm>
            <a:off x="6217920" y="2582280"/>
            <a:ext cx="493740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54" name="PlaceHolder 6"/>
          <p:cNvSpPr>
            <a:spLocks noGrp="1"/>
          </p:cNvSpPr>
          <p:nvPr>
            <p:ph type="dt" idx="85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PlaceHolder 7"/>
          <p:cNvSpPr>
            <a:spLocks noGrp="1"/>
          </p:cNvSpPr>
          <p:nvPr>
            <p:ph type="ftr" idx="86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PlaceHolder 8"/>
          <p:cNvSpPr>
            <a:spLocks noGrp="1"/>
          </p:cNvSpPr>
          <p:nvPr>
            <p:ph type="sldNum" idx="87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6ECA31-C28E-4E67-A2E4-BEC1A4946FDC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6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Rectangle 8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59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dt" idx="88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ftr" idx="89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 type="sldNum" idx="90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F5A27A-2AFA-4389-99C8-376575690E1A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8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6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68" name="Rectangl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Rectangl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dt" idx="9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ftr" idx="9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9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A0DF6A-9354-4040-8EFB-BD762B414DCD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0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7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76" name="Rectangle 7"/>
          <p:cNvSpPr/>
          <p:nvPr/>
        </p:nvSpPr>
        <p:spPr>
          <a:xfrm>
            <a:off x="0" y="0"/>
            <a:ext cx="405036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Rectangle 8"/>
          <p:cNvSpPr/>
          <p:nvPr/>
        </p:nvSpPr>
        <p:spPr>
          <a:xfrm>
            <a:off x="4039920" y="0"/>
            <a:ext cx="6372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en-US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dt" idx="94"/>
          </p:nvPr>
        </p:nvSpPr>
        <p:spPr>
          <a:xfrm>
            <a:off x="465480" y="6459840"/>
            <a:ext cx="261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ftr" idx="95"/>
          </p:nvPr>
        </p:nvSpPr>
        <p:spPr>
          <a:xfrm>
            <a:off x="4800600" y="645984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s-ES" sz="900" spc="-1" strike="noStrike" cap="all">
                <a:solidFill>
                  <a:schemeClr val="dk2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chemeClr val="dk2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PlaceHolder 6"/>
          <p:cNvSpPr>
            <a:spLocks noGrp="1"/>
          </p:cNvSpPr>
          <p:nvPr>
            <p:ph type="sldNum" idx="96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BC2A7D-09C7-4E22-AB34-F4E5246C3C4C}" type="slidenum">
              <a:rPr b="0" lang="en-US" sz="1050" spc="-1" strike="noStrike">
                <a:solidFill>
                  <a:schemeClr val="dk2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2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86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87" name="Rectangle 7"/>
          <p:cNvSpPr/>
          <p:nvPr/>
        </p:nvSpPr>
        <p:spPr>
          <a:xfrm>
            <a:off x="0" y="4952880"/>
            <a:ext cx="12188520" cy="1904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Rectangle 8"/>
          <p:cNvSpPr/>
          <p:nvPr/>
        </p:nvSpPr>
        <p:spPr>
          <a:xfrm>
            <a:off x="0" y="491508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12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914720"/>
          </a:xfrm>
          <a:prstGeom prst="rect">
            <a:avLst/>
          </a:prstGeom>
          <a:solidFill>
            <a:schemeClr val="lt2">
              <a:lumMod val="90000"/>
            </a:schemeClr>
          </a:solidFill>
          <a:ln w="0">
            <a:noFill/>
          </a:ln>
        </p:spPr>
        <p:txBody>
          <a:bodyPr lIns="457200" rIns="90000" tIns="4572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icon to add picture</a:t>
            </a:r>
            <a:endParaRPr b="0" lang="en-US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1097280" y="5906880"/>
            <a:ext cx="1011276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en-US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 type="dt" idx="97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3" name="PlaceHolder 5"/>
          <p:cNvSpPr>
            <a:spLocks noGrp="1"/>
          </p:cNvSpPr>
          <p:nvPr>
            <p:ph type="ftr" idx="98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PlaceHolder 6"/>
          <p:cNvSpPr>
            <a:spLocks noGrp="1"/>
          </p:cNvSpPr>
          <p:nvPr>
            <p:ph type="sldNum" idx="9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5D62E1-8BA0-4E12-B88F-5F75E4CA0A8B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dt" idx="10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ftr" idx="10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PlaceHolder 4"/>
          <p:cNvSpPr>
            <a:spLocks noGrp="1"/>
          </p:cNvSpPr>
          <p:nvPr>
            <p:ph type="sldNum" idx="10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606697-D022-41FE-B4A9-9C06B149E157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6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dt" idx="10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 type="ftr" idx="10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PlaceHolder 5"/>
          <p:cNvSpPr>
            <a:spLocks noGrp="1"/>
          </p:cNvSpPr>
          <p:nvPr>
            <p:ph type="sldNum" idx="10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9C5D17-BAF7-4327-8F57-5BEA185AB4A1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8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dt" idx="10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ftr" idx="10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PlaceHolder 5"/>
          <p:cNvSpPr>
            <a:spLocks noGrp="1"/>
          </p:cNvSpPr>
          <p:nvPr>
            <p:ph type="sldNum" idx="10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2FE126-B046-4922-B49F-2DCDD645004D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0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dt" idx="10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ftr" idx="11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PlaceHolder 5"/>
          <p:cNvSpPr>
            <a:spLocks noGrp="1"/>
          </p:cNvSpPr>
          <p:nvPr>
            <p:ph type="sldNum" idx="11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ECC488-D3ED-48CD-8DAA-A4C3DDA3055F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2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dt" idx="11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PlaceHolder 4"/>
          <p:cNvSpPr>
            <a:spLocks noGrp="1"/>
          </p:cNvSpPr>
          <p:nvPr>
            <p:ph type="ftr" idx="11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PlaceHolder 5"/>
          <p:cNvSpPr>
            <a:spLocks noGrp="1"/>
          </p:cNvSpPr>
          <p:nvPr>
            <p:ph type="sldNum" idx="11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793EA3-90F1-4D59-9E1E-F0CCE709187E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4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 type="dt" idx="11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PlaceHolder 5"/>
          <p:cNvSpPr>
            <a:spLocks noGrp="1"/>
          </p:cNvSpPr>
          <p:nvPr>
            <p:ph type="ftr" idx="11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PlaceHolder 6"/>
          <p:cNvSpPr>
            <a:spLocks noGrp="1"/>
          </p:cNvSpPr>
          <p:nvPr>
            <p:ph type="sldNum" idx="11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590542-0591-4F25-BDA3-49D053CDEDB9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6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7" name="PlaceHolder 6"/>
          <p:cNvSpPr>
            <a:spLocks noGrp="1"/>
          </p:cNvSpPr>
          <p:nvPr>
            <p:ph type="dt" idx="11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PlaceHolder 7"/>
          <p:cNvSpPr>
            <a:spLocks noGrp="1"/>
          </p:cNvSpPr>
          <p:nvPr>
            <p:ph type="ftr" idx="11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PlaceHolder 8"/>
          <p:cNvSpPr>
            <a:spLocks noGrp="1"/>
          </p:cNvSpPr>
          <p:nvPr>
            <p:ph type="sldNum" idx="12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316A96-629A-49DE-8240-D908C3F77523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8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dt" idx="12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ftr" idx="12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 type="sldNum" idx="12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0CFA3C-B5A4-4702-9CF5-8F12862C403A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0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dt" idx="12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ftr" idx="12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12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D54DA3-B181-44DF-AF65-BF0C65DD316A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4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2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53" name="PlaceHolder 4"/>
          <p:cNvSpPr>
            <a:spLocks noGrp="1"/>
          </p:cNvSpPr>
          <p:nvPr>
            <p:ph type="dt" idx="12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PlaceHolder 5"/>
          <p:cNvSpPr>
            <a:spLocks noGrp="1"/>
          </p:cNvSpPr>
          <p:nvPr>
            <p:ph type="ftr" idx="12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PlaceHolder 6"/>
          <p:cNvSpPr>
            <a:spLocks noGrp="1"/>
          </p:cNvSpPr>
          <p:nvPr>
            <p:ph type="sldNum" idx="12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08B094-742B-4922-B48D-293EC12EE3F1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4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59" name="PlaceHolder 4"/>
          <p:cNvSpPr>
            <a:spLocks noGrp="1"/>
          </p:cNvSpPr>
          <p:nvPr>
            <p:ph type="dt" idx="13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PlaceHolder 5"/>
          <p:cNvSpPr>
            <a:spLocks noGrp="1"/>
          </p:cNvSpPr>
          <p:nvPr>
            <p:ph type="ftr" idx="13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PlaceHolder 6"/>
          <p:cNvSpPr>
            <a:spLocks noGrp="1"/>
          </p:cNvSpPr>
          <p:nvPr>
            <p:ph type="sldNum" idx="13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D0710F-78C9-4682-89D1-9AC0758229D0}" type="slidenum">
              <a:rPr b="0" lang="en-GB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6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6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65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Rectangle 7"/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dt" idx="133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ftr" idx="134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 type="sldNum" idx="135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A8C439-952F-4133-9F85-8AC8E87D4EC9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371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8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Rectangle 8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76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dt" idx="136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PlaceHolder 4"/>
          <p:cNvSpPr>
            <a:spLocks noGrp="1"/>
          </p:cNvSpPr>
          <p:nvPr>
            <p:ph type="ftr" idx="137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1" name="PlaceHolder 5"/>
          <p:cNvSpPr>
            <a:spLocks noGrp="1"/>
          </p:cNvSpPr>
          <p:nvPr>
            <p:ph type="sldNum" idx="138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EF28E3-47FE-4E81-885A-C84CC6F0EA0D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8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85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8724960" y="412200"/>
            <a:ext cx="2628720" cy="57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838080" y="412200"/>
            <a:ext cx="7733880" cy="5759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dt" idx="139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 type="ftr" idx="140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1" name="PlaceHolder 5"/>
          <p:cNvSpPr>
            <a:spLocks noGrp="1"/>
          </p:cNvSpPr>
          <p:nvPr>
            <p:ph type="sldNum" idx="141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255FAF-CB63-4487-8A10-1A709CF31C51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2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Rectangle 8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9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dt" idx="142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 type="ftr" idx="143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9" name="PlaceHolder 5"/>
          <p:cNvSpPr>
            <a:spLocks noGrp="1"/>
          </p:cNvSpPr>
          <p:nvPr>
            <p:ph type="sldNum" idx="144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4F2621-A879-4F01-BBDF-AF4FB6911BFB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4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0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05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Click to edit Master text styles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dt" idx="145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0" name="PlaceHolder 4"/>
          <p:cNvSpPr>
            <a:spLocks noGrp="1"/>
          </p:cNvSpPr>
          <p:nvPr>
            <p:ph type="ftr" idx="146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1" name="PlaceHolder 5"/>
          <p:cNvSpPr>
            <a:spLocks noGrp="1"/>
          </p:cNvSpPr>
          <p:nvPr>
            <p:ph type="sldNum" idx="147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1DAC90-E9B0-4136-A6F6-F9A8D1984126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412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6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Rectangle 8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1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body"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19" name="PlaceHolder 4"/>
          <p:cNvSpPr>
            <a:spLocks noGrp="1"/>
          </p:cNvSpPr>
          <p:nvPr>
            <p:ph type="dt" idx="148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PlaceHolder 5"/>
          <p:cNvSpPr>
            <a:spLocks noGrp="1"/>
          </p:cNvSpPr>
          <p:nvPr>
            <p:ph type="ftr" idx="149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PlaceHolder 6"/>
          <p:cNvSpPr>
            <a:spLocks noGrp="1"/>
          </p:cNvSpPr>
          <p:nvPr>
            <p:ph type="sldNum" idx="150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2F91BA-2969-4D51-A49D-F56A3F29EBC9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8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Rectangle 8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2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109728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body"/>
          </p:nvPr>
        </p:nvSpPr>
        <p:spPr>
          <a:xfrm>
            <a:off x="1097280" y="2582280"/>
            <a:ext cx="493740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31" name="PlaceHolder 4"/>
          <p:cNvSpPr>
            <a:spLocks noGrp="1"/>
          </p:cNvSpPr>
          <p:nvPr>
            <p:ph type="body"/>
          </p:nvPr>
        </p:nvSpPr>
        <p:spPr>
          <a:xfrm>
            <a:off x="621792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32" name="PlaceHolder 5"/>
          <p:cNvSpPr>
            <a:spLocks noGrp="1"/>
          </p:cNvSpPr>
          <p:nvPr>
            <p:ph type="body"/>
          </p:nvPr>
        </p:nvSpPr>
        <p:spPr>
          <a:xfrm>
            <a:off x="6217920" y="2582280"/>
            <a:ext cx="4937400" cy="3286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33" name="PlaceHolder 6"/>
          <p:cNvSpPr>
            <a:spLocks noGrp="1"/>
          </p:cNvSpPr>
          <p:nvPr>
            <p:ph type="dt" idx="15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4" name="PlaceHolder 7"/>
          <p:cNvSpPr>
            <a:spLocks noGrp="1"/>
          </p:cNvSpPr>
          <p:nvPr>
            <p:ph type="ftr" idx="15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PlaceHolder 8"/>
          <p:cNvSpPr>
            <a:spLocks noGrp="1"/>
          </p:cNvSpPr>
          <p:nvPr>
            <p:ph type="sldNum" idx="15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379821-77C4-442E-8B70-8CCE1E634B1A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0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Rectangle 8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38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 type="dt" idx="154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ftr" idx="155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2" name="PlaceHolder 4"/>
          <p:cNvSpPr>
            <a:spLocks noGrp="1"/>
          </p:cNvSpPr>
          <p:nvPr>
            <p:ph type="sldNum" idx="156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18A0DC-27AA-41E3-86EB-74A10A8C25EF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2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46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47" name="Rectangl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Rectangl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PlaceHolder 1"/>
          <p:cNvSpPr>
            <a:spLocks noGrp="1"/>
          </p:cNvSpPr>
          <p:nvPr>
            <p:ph type="dt" idx="157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ftr" idx="158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5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B74270-7769-425C-8D05-D9684E55AC68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4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5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55" name="Rectangle 7"/>
          <p:cNvSpPr/>
          <p:nvPr/>
        </p:nvSpPr>
        <p:spPr>
          <a:xfrm>
            <a:off x="0" y="0"/>
            <a:ext cx="405036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Rectangle 8"/>
          <p:cNvSpPr/>
          <p:nvPr/>
        </p:nvSpPr>
        <p:spPr>
          <a:xfrm>
            <a:off x="4039920" y="0"/>
            <a:ext cx="6372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en-US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60" name="PlaceHolder 4"/>
          <p:cNvSpPr>
            <a:spLocks noGrp="1"/>
          </p:cNvSpPr>
          <p:nvPr>
            <p:ph type="dt" idx="160"/>
          </p:nvPr>
        </p:nvSpPr>
        <p:spPr>
          <a:xfrm>
            <a:off x="465480" y="6459840"/>
            <a:ext cx="261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1" name="PlaceHolder 5"/>
          <p:cNvSpPr>
            <a:spLocks noGrp="1"/>
          </p:cNvSpPr>
          <p:nvPr>
            <p:ph type="ftr" idx="161"/>
          </p:nvPr>
        </p:nvSpPr>
        <p:spPr>
          <a:xfrm>
            <a:off x="4800600" y="645984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s-ES" sz="900" spc="-1" strike="noStrike" cap="all">
                <a:solidFill>
                  <a:schemeClr val="dk2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chemeClr val="dk2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2" name="PlaceHolder 6"/>
          <p:cNvSpPr>
            <a:spLocks noGrp="1"/>
          </p:cNvSpPr>
          <p:nvPr>
            <p:ph type="sldNum" idx="162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B86592-0881-477B-A163-57295A1E6692}" type="slidenum">
              <a:rPr b="0" lang="en-US" sz="1050" spc="-1" strike="noStrike">
                <a:solidFill>
                  <a:schemeClr val="dk2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6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Rectangle 6" hidden="1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Rectangle 8" hidden="1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6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66" name="Rectangle 7"/>
          <p:cNvSpPr/>
          <p:nvPr/>
        </p:nvSpPr>
        <p:spPr>
          <a:xfrm>
            <a:off x="0" y="4952880"/>
            <a:ext cx="12188520" cy="1904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Rectangle 8"/>
          <p:cNvSpPr/>
          <p:nvPr/>
        </p:nvSpPr>
        <p:spPr>
          <a:xfrm>
            <a:off x="0" y="491508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12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914720"/>
          </a:xfrm>
          <a:prstGeom prst="rect">
            <a:avLst/>
          </a:prstGeom>
          <a:solidFill>
            <a:schemeClr val="lt2">
              <a:lumMod val="90000"/>
            </a:schemeClr>
          </a:solidFill>
          <a:ln w="0">
            <a:noFill/>
          </a:ln>
        </p:spPr>
        <p:txBody>
          <a:bodyPr lIns="457200" rIns="90000" tIns="4572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icon to add picture</a:t>
            </a:r>
            <a:endParaRPr b="0" lang="en-US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body"/>
          </p:nvPr>
        </p:nvSpPr>
        <p:spPr>
          <a:xfrm>
            <a:off x="1097280" y="5906880"/>
            <a:ext cx="1011276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en-US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71" name="PlaceHolder 4"/>
          <p:cNvSpPr>
            <a:spLocks noGrp="1"/>
          </p:cNvSpPr>
          <p:nvPr>
            <p:ph type="dt" idx="163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2" name="PlaceHolder 5"/>
          <p:cNvSpPr>
            <a:spLocks noGrp="1"/>
          </p:cNvSpPr>
          <p:nvPr>
            <p:ph type="ftr" idx="164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3" name="PlaceHolder 6"/>
          <p:cNvSpPr>
            <a:spLocks noGrp="1"/>
          </p:cNvSpPr>
          <p:nvPr>
            <p:ph type="sldNum" idx="165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05390F-D383-43A2-AC22-40404D5264DB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8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1360" cy="164556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rIns="274320" tIns="182880" bIns="182880" anchor="ctr" anchorCtr="1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3800" spc="199" strike="noStrike" cap="all">
                <a:solidFill>
                  <a:srgbClr val="262626"/>
                </a:solidFill>
                <a:latin typeface="Gill Sans MT"/>
              </a:rPr>
              <a:t>Asıl başlık stilini düzenlemek için tıklayın</a:t>
            </a:r>
            <a:endParaRPr b="0" lang="en-US" sz="3800" spc="-1" strike="noStrike">
              <a:solidFill>
                <a:schemeClr val="dk1"/>
              </a:solidFill>
              <a:latin typeface="Gill Sans MT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 type="dt" idx="166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ftr" idx="167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7" name="PlaceHolder 4"/>
          <p:cNvSpPr>
            <a:spLocks noGrp="1"/>
          </p:cNvSpPr>
          <p:nvPr>
            <p:ph type="sldNum" idx="168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88A68166-7254-4FEE-BE4C-B2F67528EC9E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0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800" spc="199" strike="noStrike" cap="all">
                <a:solidFill>
                  <a:srgbClr val="262626"/>
                </a:solidFill>
                <a:latin typeface="Gill Sans MT"/>
              </a:rPr>
              <a:t>Asıl başlık stilini düzenlemek için tıklayın</a:t>
            </a:r>
            <a:endParaRPr b="0" lang="en-US" sz="2800" spc="-1" strike="noStrike">
              <a:solidFill>
                <a:schemeClr val="dk1"/>
              </a:solidFill>
              <a:latin typeface="Gill Sans MT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İkinci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Üçüncü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Dördüncü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Beşinci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dt" idx="169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3" name="PlaceHolder 4"/>
          <p:cNvSpPr>
            <a:spLocks noGrp="1"/>
          </p:cNvSpPr>
          <p:nvPr>
            <p:ph type="ftr" idx="170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4" name="PlaceHolder 5"/>
          <p:cNvSpPr>
            <a:spLocks noGrp="1"/>
          </p:cNvSpPr>
          <p:nvPr>
            <p:ph type="sldNum" idx="171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2B16F120-6D29-4974-A3F2-3A9C0738CFE0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2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8652960" y="937440"/>
            <a:ext cx="1298160" cy="498312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 vert="eaVert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800" spc="199" strike="noStrike" cap="all">
                <a:solidFill>
                  <a:srgbClr val="262626"/>
                </a:solidFill>
                <a:latin typeface="Gill Sans MT"/>
              </a:rPr>
              <a:t>Asıl başlık stilini düzenlemek için tıklayın</a:t>
            </a:r>
            <a:endParaRPr b="0" lang="en-US" sz="2800" spc="-1" strike="noStrike">
              <a:solidFill>
                <a:schemeClr val="dk1"/>
              </a:solidFill>
              <a:latin typeface="Gill Sans MT"/>
            </a:endParaRPr>
          </a:p>
        </p:txBody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2231280" y="937440"/>
            <a:ext cx="6198120" cy="498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İkinci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Üçüncü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Dördüncü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Beşinci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dt" idx="172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8" name="PlaceHolder 4"/>
          <p:cNvSpPr>
            <a:spLocks noGrp="1"/>
          </p:cNvSpPr>
          <p:nvPr>
            <p:ph type="ftr" idx="173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9" name="PlaceHolder 5"/>
          <p:cNvSpPr>
            <a:spLocks noGrp="1"/>
          </p:cNvSpPr>
          <p:nvPr>
            <p:ph type="sldNum" idx="174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E84E1299-C027-4F94-8201-68E4F70302C8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4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800" spc="199" strike="noStrike" cap="all">
                <a:solidFill>
                  <a:srgbClr val="262626"/>
                </a:solidFill>
                <a:latin typeface="Gill Sans MT"/>
              </a:rPr>
              <a:t>Asıl başlık stilini düzenlemek için tıklayın</a:t>
            </a:r>
            <a:endParaRPr b="0" lang="en-US" sz="2800" spc="-1" strike="noStrike">
              <a:solidFill>
                <a:schemeClr val="dk1"/>
              </a:solidFill>
              <a:latin typeface="Gill Sans MT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İkinci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Üçüncü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Dördüncü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Beşinci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 type="dt" idx="175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 type="ftr" idx="176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4" name="PlaceHolder 5"/>
          <p:cNvSpPr>
            <a:spLocks noGrp="1"/>
          </p:cNvSpPr>
          <p:nvPr>
            <p:ph type="sldNum" idx="177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A25453AA-75F9-4DE9-A6B7-A82BFB307255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1360" cy="164556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rIns="274320" tIns="182880" bIns="182880" anchor="ctr" anchorCtr="1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3800" spc="199" strike="noStrike" cap="all">
                <a:solidFill>
                  <a:srgbClr val="262626"/>
                </a:solidFill>
                <a:latin typeface="Gill Sans MT"/>
              </a:rPr>
              <a:t>Asıl başlık stilini düzenlemek için tıklayın</a:t>
            </a:r>
            <a:endParaRPr b="0" lang="en-US" sz="3800" spc="-1" strike="noStrike">
              <a:solidFill>
                <a:schemeClr val="dk1"/>
              </a:solidFill>
              <a:latin typeface="Gill Sans MT"/>
            </a:endParaRPr>
          </a:p>
        </p:txBody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2695320" y="4352400"/>
            <a:ext cx="6801120" cy="12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-1" strike="noStrike">
                <a:solidFill>
                  <a:schemeClr val="dk1"/>
                </a:solidFill>
                <a:latin typeface="Gill Sans MT"/>
              </a:rPr>
              <a:t>Asıl metin stillerini düzenlemek için tıklayın</a:t>
            </a:r>
            <a:endParaRPr b="0" lang="en-US" sz="20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dt" idx="178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0" name="PlaceHolder 4"/>
          <p:cNvSpPr>
            <a:spLocks noGrp="1"/>
          </p:cNvSpPr>
          <p:nvPr>
            <p:ph type="ftr" idx="179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1" name="PlaceHolder 5"/>
          <p:cNvSpPr>
            <a:spLocks noGrp="1"/>
          </p:cNvSpPr>
          <p:nvPr>
            <p:ph type="sldNum" idx="180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59F7B4A9-A066-4385-9500-2CEE9AC5A5B5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8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800" spc="199" strike="noStrike" cap="all">
                <a:solidFill>
                  <a:srgbClr val="262626"/>
                </a:solidFill>
                <a:latin typeface="Gill Sans MT"/>
              </a:rPr>
              <a:t>Asıl başlık stilini düzenlemek için tıklayın</a:t>
            </a:r>
            <a:endParaRPr b="0" lang="en-US" sz="2800" spc="-1" strike="noStrike">
              <a:solidFill>
                <a:schemeClr val="dk1"/>
              </a:solidFill>
              <a:latin typeface="Gill Sans MT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1581840" y="2638080"/>
            <a:ext cx="4271400" cy="310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İkinci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Üçüncü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Dördüncü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Beşinci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body"/>
          </p:nvPr>
        </p:nvSpPr>
        <p:spPr>
          <a:xfrm>
            <a:off x="6338160" y="2638080"/>
            <a:ext cx="4269960" cy="310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İkinci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Üçüncü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Dördüncü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Beşinci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</p:txBody>
      </p:sp>
      <p:sp>
        <p:nvSpPr>
          <p:cNvPr id="505" name="PlaceHolder 4"/>
          <p:cNvSpPr>
            <a:spLocks noGrp="1"/>
          </p:cNvSpPr>
          <p:nvPr>
            <p:ph type="dt" idx="181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6" name="PlaceHolder 5"/>
          <p:cNvSpPr>
            <a:spLocks noGrp="1"/>
          </p:cNvSpPr>
          <p:nvPr>
            <p:ph type="ftr" idx="182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7" name="PlaceHolder 6"/>
          <p:cNvSpPr>
            <a:spLocks noGrp="1"/>
          </p:cNvSpPr>
          <p:nvPr>
            <p:ph type="sldNum" idx="183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6AF25537-CBE3-4177-ADEE-D0BDAF94FB82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0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body"/>
          </p:nvPr>
        </p:nvSpPr>
        <p:spPr>
          <a:xfrm>
            <a:off x="1583280" y="2313360"/>
            <a:ext cx="4269960" cy="70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anchorCtr="1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900" spc="97" strike="noStrike" cap="all">
                <a:solidFill>
                  <a:schemeClr val="accent2">
                    <a:lumMod val="75000"/>
                  </a:schemeClr>
                </a:solidFill>
                <a:latin typeface="Gill Sans MT"/>
              </a:rPr>
              <a:t>Asıl metin stillerini düzenlemek için tıklayın</a:t>
            </a:r>
            <a:endParaRPr b="0" lang="en-US" sz="19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1583280" y="3143160"/>
            <a:ext cx="4269960" cy="259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İkinci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Üçüncü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Dördüncü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Beşinci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body"/>
          </p:nvPr>
        </p:nvSpPr>
        <p:spPr>
          <a:xfrm>
            <a:off x="6338160" y="3143160"/>
            <a:ext cx="4253040" cy="259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İkinci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Üçüncü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Dördüncü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Gill Sans MT"/>
              </a:rPr>
              <a:t>Beşinci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</p:txBody>
      </p:sp>
      <p:sp>
        <p:nvSpPr>
          <p:cNvPr id="514" name="PlaceHolder 4"/>
          <p:cNvSpPr>
            <a:spLocks noGrp="1"/>
          </p:cNvSpPr>
          <p:nvPr>
            <p:ph type="body"/>
          </p:nvPr>
        </p:nvSpPr>
        <p:spPr>
          <a:xfrm>
            <a:off x="6338160" y="2313360"/>
            <a:ext cx="4269960" cy="70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anchorCtr="1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900" spc="97" strike="noStrike" cap="all">
                <a:solidFill>
                  <a:schemeClr val="accent2">
                    <a:lumMod val="75000"/>
                  </a:schemeClr>
                </a:solidFill>
                <a:latin typeface="Gill Sans MT"/>
              </a:rPr>
              <a:t>Asıl metin stillerini düzenlemek için tıklayın</a:t>
            </a:r>
            <a:endParaRPr b="0" lang="en-US" sz="19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</p:txBody>
      </p:sp>
      <p:sp>
        <p:nvSpPr>
          <p:cNvPr id="515" name="PlaceHolder 5"/>
          <p:cNvSpPr>
            <a:spLocks noGrp="1"/>
          </p:cNvSpPr>
          <p:nvPr>
            <p:ph type="dt" idx="184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6" name="PlaceHolder 6"/>
          <p:cNvSpPr>
            <a:spLocks noGrp="1"/>
          </p:cNvSpPr>
          <p:nvPr>
            <p:ph type="ftr" idx="185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7" name="PlaceHolder 7"/>
          <p:cNvSpPr>
            <a:spLocks noGrp="1"/>
          </p:cNvSpPr>
          <p:nvPr>
            <p:ph type="sldNum" idx="186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E021D8B8-52D6-4B40-826C-E6A1ADEB8FC0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8" name="PlaceHolder 8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800" spc="199" strike="noStrike" cap="all">
                <a:solidFill>
                  <a:srgbClr val="262626"/>
                </a:solidFill>
                <a:latin typeface="Gill Sans MT"/>
              </a:rPr>
              <a:t>Asıl başlık stilini düzenlemek için tıklayın</a:t>
            </a:r>
            <a:endParaRPr b="0" lang="en-US" sz="2800" spc="-1" strike="noStrike">
              <a:solidFill>
                <a:schemeClr val="dk1"/>
              </a:solidFill>
              <a:latin typeface="Gill Sans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2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800" spc="199" strike="noStrike" cap="all">
                <a:solidFill>
                  <a:srgbClr val="262626"/>
                </a:solidFill>
                <a:latin typeface="Gill Sans MT"/>
              </a:rPr>
              <a:t>Asıl başlık stilini düzenlemek için tıklayın</a:t>
            </a:r>
            <a:endParaRPr b="0" lang="en-US" sz="2800" spc="-1" strike="noStrike">
              <a:solidFill>
                <a:schemeClr val="dk1"/>
              </a:solidFill>
              <a:latin typeface="Gill Sans MT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 type="dt" idx="187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ftr" idx="188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2" name="PlaceHolder 4"/>
          <p:cNvSpPr>
            <a:spLocks noGrp="1"/>
          </p:cNvSpPr>
          <p:nvPr>
            <p:ph type="sldNum" idx="189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1C2B3995-2AF2-4F19-9594-2BEB71B3801E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4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dt" idx="190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5" name="PlaceHolder 2"/>
          <p:cNvSpPr>
            <a:spLocks noGrp="1"/>
          </p:cNvSpPr>
          <p:nvPr>
            <p:ph type="ftr" idx="191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192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C2FBB28A-617A-4D76-AF77-E59DB88CE0E5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6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Rectangle 25"/>
          <p:cNvSpPr/>
          <p:nvPr/>
        </p:nvSpPr>
        <p:spPr>
          <a:xfrm>
            <a:off x="0" y="0"/>
            <a:ext cx="609552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804600" y="2243880"/>
            <a:ext cx="4486320" cy="114120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 anchorCtr="1">
            <a:normAutofit fontScale="93195" lnSpcReduction="10000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200" spc="199" strike="noStrike" cap="all">
                <a:solidFill>
                  <a:srgbClr val="262626"/>
                </a:solidFill>
                <a:latin typeface="Gill Sans MT"/>
              </a:rPr>
              <a:t>Asıl başlık stilini düzenlemek için tıklayın</a:t>
            </a:r>
            <a:endParaRPr b="0" lang="en-US" sz="2200" spc="-1" strike="noStrike">
              <a:solidFill>
                <a:schemeClr val="dk1"/>
              </a:solidFill>
              <a:latin typeface="Gill Sans MT"/>
            </a:endParaRPr>
          </a:p>
        </p:txBody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735960" y="804600"/>
            <a:ext cx="4815360" cy="52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900" spc="-1" strike="noStrike">
                <a:solidFill>
                  <a:schemeClr val="dk1"/>
                </a:solidFill>
                <a:latin typeface="Gill Sans MT"/>
              </a:rPr>
              <a:t>Asıl metin stillerini düzenlemek için tıklayın</a:t>
            </a:r>
            <a:endParaRPr b="0" lang="en-US" sz="19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/>
                </a:solidFill>
                <a:latin typeface="Gill Sans MT"/>
              </a:rPr>
              <a:t>İkinci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/>
                </a:solidFill>
                <a:latin typeface="Gill Sans MT"/>
              </a:rPr>
              <a:t>Üçüncü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/>
                </a:solidFill>
                <a:latin typeface="Gill Sans MT"/>
              </a:rPr>
              <a:t>Dördüncü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tr-TR" sz="1600" spc="-1" strike="noStrike">
                <a:solidFill>
                  <a:schemeClr val="dk1"/>
                </a:solidFill>
                <a:latin typeface="Gill Sans MT"/>
              </a:rPr>
              <a:t>Beşinci düzey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body"/>
          </p:nvPr>
        </p:nvSpPr>
        <p:spPr>
          <a:xfrm>
            <a:off x="1115640" y="3549960"/>
            <a:ext cx="3794400" cy="219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500" spc="-1" strike="noStrike">
                <a:solidFill>
                  <a:srgbClr val="ffffff"/>
                </a:solidFill>
                <a:latin typeface="Gill Sans MT"/>
              </a:rPr>
              <a:t>Asıl metin stillerini düzenlemek için tıklayın</a:t>
            </a:r>
            <a:endParaRPr b="0" lang="en-US" sz="15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</p:txBody>
      </p:sp>
      <p:sp>
        <p:nvSpPr>
          <p:cNvPr id="531" name="PlaceHolder 4"/>
          <p:cNvSpPr>
            <a:spLocks noGrp="1"/>
          </p:cNvSpPr>
          <p:nvPr>
            <p:ph type="dt" idx="193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2" name="PlaceHolder 5"/>
          <p:cNvSpPr>
            <a:spLocks noGrp="1"/>
          </p:cNvSpPr>
          <p:nvPr>
            <p:ph type="ftr" idx="194"/>
          </p:nvPr>
        </p:nvSpPr>
        <p:spPr>
          <a:xfrm>
            <a:off x="804600" y="6236280"/>
            <a:ext cx="512460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3" name="PlaceHolder 6"/>
          <p:cNvSpPr>
            <a:spLocks noGrp="1"/>
          </p:cNvSpPr>
          <p:nvPr>
            <p:ph type="sldNum" idx="195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F2DCCC2C-28B7-4FC1-8EBE-C8DAA6E4944D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8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Rectangle 17"/>
          <p:cNvSpPr/>
          <p:nvPr/>
        </p:nvSpPr>
        <p:spPr>
          <a:xfrm>
            <a:off x="0" y="0"/>
            <a:ext cx="609552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808560" y="2243880"/>
            <a:ext cx="4494600" cy="1134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 anchorCtr="1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200" spc="199" strike="noStrike" cap="all">
                <a:solidFill>
                  <a:srgbClr val="262626"/>
                </a:solidFill>
                <a:latin typeface="Gill Sans MT"/>
              </a:rPr>
              <a:t>Asıl başlık stilini düzenlemek için tıklayın</a:t>
            </a:r>
            <a:endParaRPr b="0" lang="en-US" sz="2200" spc="-1" strike="noStrike">
              <a:solidFill>
                <a:schemeClr val="dk1"/>
              </a:solidFill>
              <a:latin typeface="Gill Sans MT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095880" y="0"/>
            <a:ext cx="6101640" cy="6857640"/>
          </a:xfrm>
          <a:prstGeom prst="rect">
            <a:avLst/>
          </a:prstGeom>
          <a:solidFill>
            <a:schemeClr val="lt1">
              <a:lumMod val="75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3200" spc="-1" strike="noStrike">
                <a:solidFill>
                  <a:schemeClr val="lt1">
                    <a:lumMod val="85000"/>
                    <a:lumOff val="15000"/>
                  </a:schemeClr>
                </a:solidFill>
                <a:latin typeface="Gill Sans MT"/>
              </a:rPr>
              <a:t>Resim eklemek için simgeye tıklayın</a:t>
            </a:r>
            <a:endParaRPr b="0" lang="en-US" sz="32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body"/>
          </p:nvPr>
        </p:nvSpPr>
        <p:spPr>
          <a:xfrm>
            <a:off x="1115640" y="3549960"/>
            <a:ext cx="3794400" cy="219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500" spc="-1" strike="noStrike">
                <a:solidFill>
                  <a:srgbClr val="ffffff"/>
                </a:solidFill>
                <a:latin typeface="Gill Sans MT"/>
              </a:rPr>
              <a:t>Asıl metin stillerini düzenlemek için tıklayın</a:t>
            </a:r>
            <a:endParaRPr b="0" lang="en-US" sz="1500" spc="-1" strike="noStrike">
              <a:solidFill>
                <a:schemeClr val="dk1">
                  <a:lumMod val="85000"/>
                  <a:lumOff val="15000"/>
                </a:schemeClr>
              </a:solidFill>
              <a:latin typeface="Gill Sans MT"/>
            </a:endParaRPr>
          </a:p>
        </p:txBody>
      </p:sp>
      <p:sp>
        <p:nvSpPr>
          <p:cNvPr id="538" name="PlaceHolder 4"/>
          <p:cNvSpPr>
            <a:spLocks noGrp="1"/>
          </p:cNvSpPr>
          <p:nvPr>
            <p:ph type="dt" idx="196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chemeClr val="dk1">
                    <a:alpha val="70000"/>
                  </a:schemeClr>
                </a:solidFill>
                <a:latin typeface="Gill Sans MT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9" name="PlaceHolder 5"/>
          <p:cNvSpPr>
            <a:spLocks noGrp="1"/>
          </p:cNvSpPr>
          <p:nvPr>
            <p:ph type="ftr" idx="197"/>
          </p:nvPr>
        </p:nvSpPr>
        <p:spPr>
          <a:xfrm>
            <a:off x="804600" y="6236280"/>
            <a:ext cx="512460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0" name="PlaceHolder 6"/>
          <p:cNvSpPr>
            <a:spLocks noGrp="1"/>
          </p:cNvSpPr>
          <p:nvPr>
            <p:ph type="sldNum" idx="198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53080D16-4557-4C9F-8A0D-0F0BF2FF05CD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0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54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54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54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2" name="Group 15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sp>
          <p:nvSpPr>
            <p:cNvPr id="553" name="Freeform 14"/>
            <p:cNvSpPr/>
            <p:nvPr/>
          </p:nvSpPr>
          <p:spPr>
            <a:xfrm>
              <a:off x="0" y="-7920"/>
              <a:ext cx="863280" cy="5697720"/>
            </a:xfrm>
            <a:custGeom>
              <a:avLst/>
              <a:gdLst>
                <a:gd name="textAreaLeft" fmla="*/ 0 w 863280"/>
                <a:gd name="textAreaRight" fmla="*/ 863640 w 863280"/>
                <a:gd name="textAreaTop" fmla="*/ 0 h 5697720"/>
                <a:gd name="textAreaBottom" fmla="*/ 5698080 h 5697720"/>
              </a:gdLst>
              <a:ahLst/>
              <a:rect l="textAreaLeft" t="textAreaTop" r="textAreaRight" b="textAreaBottom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554" name="Straight Connector 18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555" name="Straight Connector 19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556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7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8" name="Isosceles Triangle 22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9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0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1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62" name="Isosceles Triangle 26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63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457200">
              <a:lnSpc>
                <a:spcPct val="100000"/>
              </a:lnSpc>
              <a:buNone/>
            </a:pPr>
            <a:r>
              <a:rPr b="0" lang="tr-TR" sz="5400" spc="-1" strike="noStrike">
                <a:solidFill>
                  <a:schemeClr val="accent1"/>
                </a:solidFill>
                <a:latin typeface="Trebuchet MS"/>
              </a:rPr>
              <a:t>Asıl başlık stilini düzenlemek için tıklayın</a:t>
            </a:r>
            <a:endParaRPr b="0" lang="en-US" sz="5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564" name="PlaceHolder 2"/>
          <p:cNvSpPr>
            <a:spLocks noGrp="1"/>
          </p:cNvSpPr>
          <p:nvPr>
            <p:ph type="dt" idx="19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ftr" idx="20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6" name="PlaceHolder 4"/>
          <p:cNvSpPr>
            <a:spLocks noGrp="1"/>
          </p:cNvSpPr>
          <p:nvPr>
            <p:ph type="sldNum" idx="20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8F7A32-EB0C-4D89-92A4-A144FB5A90B4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2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57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571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57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4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8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9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340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400" spc="-1" strike="noStrike">
                <a:solidFill>
                  <a:schemeClr val="accent1"/>
                </a:solidFill>
                <a:latin typeface="Trebuchet MS"/>
              </a:rPr>
              <a:t>Asıl başlık stilini düzenlemek için tıklayın</a:t>
            </a:r>
            <a:endParaRPr b="0" lang="en-US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dt" idx="20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3" name="PlaceHolder 4"/>
          <p:cNvSpPr>
            <a:spLocks noGrp="1"/>
          </p:cNvSpPr>
          <p:nvPr>
            <p:ph type="ftr" idx="20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4" name="PlaceHolder 5"/>
          <p:cNvSpPr>
            <a:spLocks noGrp="1"/>
          </p:cNvSpPr>
          <p:nvPr>
            <p:ph type="sldNum" idx="20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8B1B86-BF1E-423F-BEE4-91CCED107646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4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586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587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588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9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0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1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2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3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4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5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400" spc="-1" strike="noStrike">
                <a:solidFill>
                  <a:schemeClr val="accent1"/>
                </a:solidFill>
                <a:latin typeface="Trebuchet MS"/>
              </a:rPr>
              <a:t>Asıl başlık stilini düzenlemek için tıklayın</a:t>
            </a:r>
            <a:endParaRPr b="0" lang="en-US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4120" cy="3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599" name="PlaceHolder 4"/>
          <p:cNvSpPr>
            <a:spLocks noGrp="1"/>
          </p:cNvSpPr>
          <p:nvPr>
            <p:ph type="dt" idx="20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0" name="PlaceHolder 5"/>
          <p:cNvSpPr>
            <a:spLocks noGrp="1"/>
          </p:cNvSpPr>
          <p:nvPr>
            <p:ph type="ftr" idx="20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1" name="PlaceHolder 6"/>
          <p:cNvSpPr>
            <a:spLocks noGrp="1"/>
          </p:cNvSpPr>
          <p:nvPr>
            <p:ph type="sldNum" idx="20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2F6032-C216-4278-B04D-613F287F6B63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6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0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60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60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14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440" cy="259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400" spc="-1" strike="noStrike">
                <a:solidFill>
                  <a:schemeClr val="accent1"/>
                </a:solidFill>
                <a:latin typeface="Trebuchet MS"/>
              </a:rPr>
              <a:t>Asıl başlık stilini düzenlemek için tıklayın</a:t>
            </a:r>
            <a:endParaRPr b="0" lang="en-US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617" name="PlaceHolder 3"/>
          <p:cNvSpPr>
            <a:spLocks noGrp="1"/>
          </p:cNvSpPr>
          <p:nvPr>
            <p:ph type="dt" idx="20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8" name="PlaceHolder 4"/>
          <p:cNvSpPr>
            <a:spLocks noGrp="1"/>
          </p:cNvSpPr>
          <p:nvPr>
            <p:ph type="ftr" idx="20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9" name="PlaceHolder 5"/>
          <p:cNvSpPr>
            <a:spLocks noGrp="1"/>
          </p:cNvSpPr>
          <p:nvPr>
            <p:ph type="sldNum" idx="21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621252-C391-43BE-AC8B-B35D5F07E098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88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2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62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62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2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2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30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400" spc="-1" strike="noStrike">
                <a:solidFill>
                  <a:schemeClr val="accent1"/>
                </a:solidFill>
                <a:latin typeface="Trebuchet MS"/>
              </a:rPr>
              <a:t>Asıl başlık stilini düzenlemek için tıklayın</a:t>
            </a:r>
            <a:endParaRPr b="0" lang="en-US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634" name="PlaceHolder 4"/>
          <p:cNvSpPr>
            <a:spLocks noGrp="1"/>
          </p:cNvSpPr>
          <p:nvPr>
            <p:ph type="dt" idx="21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5" name="PlaceHolder 5"/>
          <p:cNvSpPr>
            <a:spLocks noGrp="1"/>
          </p:cNvSpPr>
          <p:nvPr>
            <p:ph type="ftr" idx="21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6" name="PlaceHolder 6"/>
          <p:cNvSpPr>
            <a:spLocks noGrp="1"/>
          </p:cNvSpPr>
          <p:nvPr>
            <p:ph type="sldNum" idx="21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026B153-043B-4DCB-948C-2277A803B7FC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7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0" r:id="rId2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4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641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64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4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8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49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50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800" cy="30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400" spc="-1" strike="noStrike">
                <a:solidFill>
                  <a:schemeClr val="accent1"/>
                </a:solidFill>
                <a:latin typeface="Trebuchet MS"/>
              </a:rPr>
              <a:t>Asıl başlık stilini düzenlemek için tıklayın</a:t>
            </a:r>
            <a:endParaRPr b="0" lang="en-US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accent1"/>
                </a:solidFill>
                <a:latin typeface="Trebuchet MS"/>
              </a:rPr>
              <a:t>Asıl metin stillerini düzenlemek için tıklayın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653" name="PlaceHolder 4"/>
          <p:cNvSpPr>
            <a:spLocks noGrp="1"/>
          </p:cNvSpPr>
          <p:nvPr>
            <p:ph type="dt" idx="21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4" name="PlaceHolder 5"/>
          <p:cNvSpPr>
            <a:spLocks noGrp="1"/>
          </p:cNvSpPr>
          <p:nvPr>
            <p:ph type="ftr" idx="21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5" name="PlaceHolder 6"/>
          <p:cNvSpPr>
            <a:spLocks noGrp="1"/>
          </p:cNvSpPr>
          <p:nvPr>
            <p:ph type="sldNum" idx="21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4056211-6C06-46EF-8EEB-E756C81DA27B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6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5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65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65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66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3600" spc="-1" strike="noStrike">
                <a:solidFill>
                  <a:schemeClr val="accent1"/>
                </a:solidFill>
                <a:latin typeface="Trebuchet MS"/>
              </a:rPr>
              <a:t>Asıl başlık stilini düzenlemek için tıklayın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İkinci düzey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Üçüncü düzey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Dördüncü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Beşinci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dt" idx="21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0" name="PlaceHolder 4"/>
          <p:cNvSpPr>
            <a:spLocks noGrp="1"/>
          </p:cNvSpPr>
          <p:nvPr>
            <p:ph type="ftr" idx="21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1" name="PlaceHolder 5"/>
          <p:cNvSpPr>
            <a:spLocks noGrp="1"/>
          </p:cNvSpPr>
          <p:nvPr>
            <p:ph type="sldNum" idx="21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250238-CEC9-40CB-A369-6A3E928C4C99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4" r:id="rId2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7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67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67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7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8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4280" cy="52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3600" spc="-1" strike="noStrike">
                <a:solidFill>
                  <a:schemeClr val="accent1"/>
                </a:solidFill>
                <a:latin typeface="Trebuchet MS"/>
              </a:rPr>
              <a:t>Asıl başlık stilini düzenlemek için tıklayın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960" cy="52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İkinci düzey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Üçüncü düzey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Dördüncü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Beşinci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dt" idx="22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6" name="PlaceHolder 4"/>
          <p:cNvSpPr>
            <a:spLocks noGrp="1"/>
          </p:cNvSpPr>
          <p:nvPr>
            <p:ph type="ftr" idx="22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7" name="PlaceHolder 5"/>
          <p:cNvSpPr>
            <a:spLocks noGrp="1"/>
          </p:cNvSpPr>
          <p:nvPr>
            <p:ph type="sldNum" idx="22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26C164-E51E-46F6-9354-F67D13396FC8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6" r:id="rId2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8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8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69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69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8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9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3600" spc="-1" strike="noStrike">
                <a:solidFill>
                  <a:schemeClr val="accent1"/>
                </a:solidFill>
                <a:latin typeface="Trebuchet MS"/>
              </a:rPr>
              <a:t>Asıl başlık stilini düzenlemek için tıklayın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70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İkinci düzey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Üçüncü düzey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Dördüncü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Beşinci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701" name="PlaceHolder 3"/>
          <p:cNvSpPr>
            <a:spLocks noGrp="1"/>
          </p:cNvSpPr>
          <p:nvPr>
            <p:ph type="dt" idx="22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2" name="PlaceHolder 4"/>
          <p:cNvSpPr>
            <a:spLocks noGrp="1"/>
          </p:cNvSpPr>
          <p:nvPr>
            <p:ph type="ftr" idx="22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" name="PlaceHolder 5"/>
          <p:cNvSpPr>
            <a:spLocks noGrp="1"/>
          </p:cNvSpPr>
          <p:nvPr>
            <p:ph type="sldNum" idx="22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69B98D-9CEC-4474-A608-47137E190D37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8" r:id="rId2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70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70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70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6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17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440" cy="182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000" spc="-1" strike="noStrike">
                <a:solidFill>
                  <a:schemeClr val="accent1"/>
                </a:solidFill>
                <a:latin typeface="Trebuchet MS"/>
              </a:rPr>
              <a:t>Asıl başlık stilini düzenlemek için tıklayın</a:t>
            </a:r>
            <a:endParaRPr b="0" lang="en-US" sz="40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 type="dt" idx="22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0" name="PlaceHolder 4"/>
          <p:cNvSpPr>
            <a:spLocks noGrp="1"/>
          </p:cNvSpPr>
          <p:nvPr>
            <p:ph type="ftr" idx="22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1" name="PlaceHolder 5"/>
          <p:cNvSpPr>
            <a:spLocks noGrp="1"/>
          </p:cNvSpPr>
          <p:nvPr>
            <p:ph type="sldNum" idx="22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37AA1E-86FB-4DF5-A17F-24890F45A08C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0" r:id="rId2"/>
  </p:sldLayoutIdLst>
</p:sldMaster>
</file>

<file path=ppt/slideMasters/slideMaster7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72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72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72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3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3600" spc="-1" strike="noStrike">
                <a:solidFill>
                  <a:schemeClr val="accent1"/>
                </a:solidFill>
                <a:latin typeface="Trebuchet MS"/>
              </a:rPr>
              <a:t>Asıl başlık stilini düzenlemek için tıklayın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İkinci düzey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Üçüncü düzey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Dördüncü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Beşinci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İkinci düzey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Üçüncü düzey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Dördüncü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Beşinci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736" name="PlaceHolder 4"/>
          <p:cNvSpPr>
            <a:spLocks noGrp="1"/>
          </p:cNvSpPr>
          <p:nvPr>
            <p:ph type="dt" idx="22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7" name="PlaceHolder 5"/>
          <p:cNvSpPr>
            <a:spLocks noGrp="1"/>
          </p:cNvSpPr>
          <p:nvPr>
            <p:ph type="ftr" idx="23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PlaceHolder 6"/>
          <p:cNvSpPr>
            <a:spLocks noGrp="1"/>
          </p:cNvSpPr>
          <p:nvPr>
            <p:ph type="sldNum" idx="23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206E87-CF43-4F07-82BA-D296F94ED748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2" r:id="rId2"/>
  </p:sldLayoutIdLst>
</p:sldMaster>
</file>

<file path=ppt/slideMasters/slideMaster7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2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74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74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74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4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52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5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3600" spc="-1" strike="noStrike">
                <a:solidFill>
                  <a:schemeClr val="accent1"/>
                </a:solidFill>
                <a:latin typeface="Trebuchet MS"/>
              </a:rPr>
              <a:t>Asıl başlık stilini düzenlemek için tıklayın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İkinci düzey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Üçüncü düzey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Dördüncü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Beşinci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756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757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İkinci düzey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Üçüncü düzey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Dördüncü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Beşinci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758" name="PlaceHolder 6"/>
          <p:cNvSpPr>
            <a:spLocks noGrp="1"/>
          </p:cNvSpPr>
          <p:nvPr>
            <p:ph type="dt" idx="23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9" name="PlaceHolder 7"/>
          <p:cNvSpPr>
            <a:spLocks noGrp="1"/>
          </p:cNvSpPr>
          <p:nvPr>
            <p:ph type="ftr" idx="23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0" name="PlaceHolder 8"/>
          <p:cNvSpPr>
            <a:spLocks noGrp="1"/>
          </p:cNvSpPr>
          <p:nvPr>
            <p:ph type="sldNum" idx="23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D72F83-2780-49A1-8436-C7FB11563F6C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4" r:id="rId2"/>
  </p:sldLayoutIdLst>
</p:sldMaster>
</file>

<file path=ppt/slideMasters/slideMaster7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76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76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76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6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7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3600" spc="-1" strike="noStrike">
                <a:solidFill>
                  <a:schemeClr val="accent1"/>
                </a:solidFill>
                <a:latin typeface="Trebuchet MS"/>
              </a:rPr>
              <a:t>Asıl başlık stilini düzenlemek için tıklayın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773" name="PlaceHolder 2"/>
          <p:cNvSpPr>
            <a:spLocks noGrp="1"/>
          </p:cNvSpPr>
          <p:nvPr>
            <p:ph type="dt" idx="23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 type="ftr" idx="23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5" name="PlaceHolder 4"/>
          <p:cNvSpPr>
            <a:spLocks noGrp="1"/>
          </p:cNvSpPr>
          <p:nvPr>
            <p:ph type="sldNum" idx="23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9E9690D-7496-4BC8-B670-91C91C3BDEF5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6" r:id="rId2"/>
  </p:sldLayoutIdLst>
</p:sldMaster>
</file>

<file path=ppt/slideMasters/slideMaster8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77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77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78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7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88" name="PlaceHolder 1"/>
          <p:cNvSpPr>
            <a:spLocks noGrp="1"/>
          </p:cNvSpPr>
          <p:nvPr>
            <p:ph type="dt" idx="23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9" name="PlaceHolder 2"/>
          <p:cNvSpPr>
            <a:spLocks noGrp="1"/>
          </p:cNvSpPr>
          <p:nvPr>
            <p:ph type="ftr" idx="23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0" name="PlaceHolder 3"/>
          <p:cNvSpPr>
            <a:spLocks noGrp="1"/>
          </p:cNvSpPr>
          <p:nvPr>
            <p:ph type="sldNum" idx="24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DEABCE-2607-43BA-9CB5-79CBE1C24D5C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8" r:id="rId2"/>
  </p:sldLayoutIdLst>
</p:sldMaster>
</file>

<file path=ppt/slideMasters/slideMaster8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1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79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79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79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9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01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02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4160" cy="127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2000" spc="-1" strike="noStrike">
                <a:solidFill>
                  <a:schemeClr val="accent1"/>
                </a:solidFill>
                <a:latin typeface="Trebuchet MS"/>
              </a:rPr>
              <a:t>Asıl başlık stilini düzenlemek için tıklayın</a:t>
            </a:r>
            <a:endParaRPr b="0" lang="en-US" sz="20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803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3320" cy="552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İkinci düzey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Üçüncü düzey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Dördüncü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Beşinci düzey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4160" cy="258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805" name="PlaceHolder 4"/>
          <p:cNvSpPr>
            <a:spLocks noGrp="1"/>
          </p:cNvSpPr>
          <p:nvPr>
            <p:ph type="dt" idx="24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6" name="PlaceHolder 5"/>
          <p:cNvSpPr>
            <a:spLocks noGrp="1"/>
          </p:cNvSpPr>
          <p:nvPr>
            <p:ph type="ftr" idx="24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7" name="PlaceHolder 6"/>
          <p:cNvSpPr>
            <a:spLocks noGrp="1"/>
          </p:cNvSpPr>
          <p:nvPr>
            <p:ph type="sldNum" idx="24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60AF66-ED2C-4FEF-8A43-E5D1A82DF364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0" r:id="rId2"/>
  </p:sldLayoutIdLst>
</p:sldMaster>
</file>

<file path=ppt/slideMasters/slideMaster8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roup 43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80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cxnSp>
          <p:nvCxnSpPr>
            <p:cNvPr id="81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5fcbef">
                  <a:alpha val="70000"/>
                </a:srgbClr>
              </a:solidFill>
              <a:round/>
            </a:ln>
          </p:spPr>
        </p:cxnSp>
        <p:sp>
          <p:nvSpPr>
            <p:cNvPr id="81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1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18" name="Isosceles Triangle 1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819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2400" spc="-1" strike="noStrike">
                <a:solidFill>
                  <a:schemeClr val="accent1"/>
                </a:solidFill>
                <a:latin typeface="Trebuchet MS"/>
              </a:rPr>
              <a:t>Asıl başlık stilini düzenlemek için tıklayın</a:t>
            </a:r>
            <a:endParaRPr b="0" lang="en-US" sz="2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820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440" cy="384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Trebuchet MS"/>
              </a:rPr>
              <a:t>Resim eklemek için simgeye tıklayın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Asıl metin stillerini düzenlemek için tıklayın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822" name="PlaceHolder 4"/>
          <p:cNvSpPr>
            <a:spLocks noGrp="1"/>
          </p:cNvSpPr>
          <p:nvPr>
            <p:ph type="ftr" idx="24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3" name="PlaceHolder 5"/>
          <p:cNvSpPr>
            <a:spLocks noGrp="1"/>
          </p:cNvSpPr>
          <p:nvPr>
            <p:ph type="sldNum" idx="24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7514C3-507D-4A83-B81B-D956F40CDBC6}" type="slidenum">
              <a:rPr b="0" lang="en-US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4" name="PlaceHolder 6"/>
          <p:cNvSpPr>
            <a:spLocks noGrp="1"/>
          </p:cNvSpPr>
          <p:nvPr>
            <p:ph type="dt" idx="24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2" r:id="rId2"/>
  </p:sldLayoutIdLst>
</p:sldMaster>
</file>

<file path=ppt/slideMasters/slideMaster8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26" name="PlaceHolder 2"/>
          <p:cNvSpPr>
            <a:spLocks noGrp="1"/>
          </p:cNvSpPr>
          <p:nvPr>
            <p:ph type="dt" idx="24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ftr" idx="24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8" name="PlaceHolder 4"/>
          <p:cNvSpPr>
            <a:spLocks noGrp="1"/>
          </p:cNvSpPr>
          <p:nvPr>
            <p:ph type="sldNum" idx="24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DDDDF4-AB80-4620-A608-AFC04258EBA7}" type="slidenum"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4" r:id="rId2"/>
  </p:sldLayoutIdLst>
</p:sldMaster>
</file>

<file path=ppt/slideMasters/slideMaster8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34" name="PlaceHolder 3"/>
          <p:cNvSpPr>
            <a:spLocks noGrp="1"/>
          </p:cNvSpPr>
          <p:nvPr>
            <p:ph type="dt" idx="25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5" name="PlaceHolder 4"/>
          <p:cNvSpPr>
            <a:spLocks noGrp="1"/>
          </p:cNvSpPr>
          <p:nvPr>
            <p:ph type="ftr" idx="25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6" name="PlaceHolder 5"/>
          <p:cNvSpPr>
            <a:spLocks noGrp="1"/>
          </p:cNvSpPr>
          <p:nvPr>
            <p:ph type="sldNum" idx="25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858823-6139-4E9D-9A45-EA3390FB24CB}" type="slidenum"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6" r:id="rId2"/>
  </p:sldLayoutIdLst>
</p:sldMaster>
</file>

<file path=ppt/slideMasters/slideMaster8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3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 type="dt" idx="25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0" name="PlaceHolder 4"/>
          <p:cNvSpPr>
            <a:spLocks noGrp="1"/>
          </p:cNvSpPr>
          <p:nvPr>
            <p:ph type="ftr" idx="25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1" name="PlaceHolder 5"/>
          <p:cNvSpPr>
            <a:spLocks noGrp="1"/>
          </p:cNvSpPr>
          <p:nvPr>
            <p:ph type="sldNum" idx="25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FF290B-22DA-4140-888E-61966674F732}" type="slidenum"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2"/>
  </p:sldLayoutIdLst>
</p:sldMaster>
</file>

<file path=ppt/slideMasters/slideMaster8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44" name="PlaceHolder 3"/>
          <p:cNvSpPr>
            <a:spLocks noGrp="1"/>
          </p:cNvSpPr>
          <p:nvPr>
            <p:ph type="dt" idx="25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5" name="PlaceHolder 4"/>
          <p:cNvSpPr>
            <a:spLocks noGrp="1"/>
          </p:cNvSpPr>
          <p:nvPr>
            <p:ph type="ftr" idx="25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6" name="PlaceHolder 5"/>
          <p:cNvSpPr>
            <a:spLocks noGrp="1"/>
          </p:cNvSpPr>
          <p:nvPr>
            <p:ph type="sldNum" idx="25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66D4AC-1D3B-4DEB-ABCD-14C325B2084C}" type="slidenum"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20" r:id="rId2"/>
  </p:sldLayoutIdLst>
</p:sldMaster>
</file>

<file path=ppt/slideMasters/slideMaster8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5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51" name="PlaceHolder 3"/>
          <p:cNvSpPr>
            <a:spLocks noGrp="1"/>
          </p:cNvSpPr>
          <p:nvPr>
            <p:ph type="dt" idx="25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2" name="PlaceHolder 4"/>
          <p:cNvSpPr>
            <a:spLocks noGrp="1"/>
          </p:cNvSpPr>
          <p:nvPr>
            <p:ph type="ftr" idx="26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3" name="PlaceHolder 5"/>
          <p:cNvSpPr>
            <a:spLocks noGrp="1"/>
          </p:cNvSpPr>
          <p:nvPr>
            <p:ph type="sldNum" idx="26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45F062-2AD5-4FCE-A510-365467332E44}" type="slidenum"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22" r:id="rId2"/>
  </p:sldLayoutIdLst>
</p:sldMaster>
</file>

<file path=ppt/slideMasters/slideMaster8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5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57" name="PlaceHolder 4"/>
          <p:cNvSpPr>
            <a:spLocks noGrp="1"/>
          </p:cNvSpPr>
          <p:nvPr>
            <p:ph type="dt" idx="26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8" name="PlaceHolder 5"/>
          <p:cNvSpPr>
            <a:spLocks noGrp="1"/>
          </p:cNvSpPr>
          <p:nvPr>
            <p:ph type="ftr" idx="26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9" name="PlaceHolder 6"/>
          <p:cNvSpPr>
            <a:spLocks noGrp="1"/>
          </p:cNvSpPr>
          <p:nvPr>
            <p:ph type="sldNum" idx="26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CBCB4F-352B-4BD5-9097-2FDF43AFD7E1}" type="slidenum"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24" r:id="rId2"/>
  </p:sldLayoutIdLst>
</p:sldMaster>
</file>

<file path=ppt/slideMasters/slideMaster8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6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6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6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6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68" name="PlaceHolder 6"/>
          <p:cNvSpPr>
            <a:spLocks noGrp="1"/>
          </p:cNvSpPr>
          <p:nvPr>
            <p:ph type="dt" idx="26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9" name="PlaceHolder 7"/>
          <p:cNvSpPr>
            <a:spLocks noGrp="1"/>
          </p:cNvSpPr>
          <p:nvPr>
            <p:ph type="ftr" idx="26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0" name="PlaceHolder 8"/>
          <p:cNvSpPr>
            <a:spLocks noGrp="1"/>
          </p:cNvSpPr>
          <p:nvPr>
            <p:ph type="sldNum" idx="26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0DE881-7AA8-418F-BD85-9C940C3DD610}" type="slidenum"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26" r:id="rId2"/>
  </p:sldLayoutIdLst>
</p:sldMaster>
</file>

<file path=ppt/slideMasters/slideMaster9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72" name="PlaceHolder 2"/>
          <p:cNvSpPr>
            <a:spLocks noGrp="1"/>
          </p:cNvSpPr>
          <p:nvPr>
            <p:ph type="dt" idx="26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3" name="PlaceHolder 3"/>
          <p:cNvSpPr>
            <a:spLocks noGrp="1"/>
          </p:cNvSpPr>
          <p:nvPr>
            <p:ph type="ftr" idx="26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4" name="PlaceHolder 4"/>
          <p:cNvSpPr>
            <a:spLocks noGrp="1"/>
          </p:cNvSpPr>
          <p:nvPr>
            <p:ph type="sldNum" idx="27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85D84F-0849-4FDF-8F9D-B37E2374F73B}" type="slidenum"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28" r:id="rId2"/>
  </p:sldLayoutIdLst>
</p:sldMaster>
</file>

<file path=ppt/slideMasters/slideMaster9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/>
          </p:cNvSpPr>
          <p:nvPr>
            <p:ph type="dt" idx="27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7" name="PlaceHolder 2"/>
          <p:cNvSpPr>
            <a:spLocks noGrp="1"/>
          </p:cNvSpPr>
          <p:nvPr>
            <p:ph type="ftr" idx="27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8" name="PlaceHolder 3"/>
          <p:cNvSpPr>
            <a:spLocks noGrp="1"/>
          </p:cNvSpPr>
          <p:nvPr>
            <p:ph type="sldNum" idx="27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CFD3DE-840A-46ED-BAC9-E34D884FA947}" type="slidenum"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0" r:id="rId2"/>
  </p:sldLayoutIdLst>
</p:sldMaster>
</file>

<file path=ppt/slideMasters/slideMaster9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8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ptos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ptos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8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82" name="PlaceHolder 4"/>
          <p:cNvSpPr>
            <a:spLocks noGrp="1"/>
          </p:cNvSpPr>
          <p:nvPr>
            <p:ph type="dt" idx="27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3" name="PlaceHolder 5"/>
          <p:cNvSpPr>
            <a:spLocks noGrp="1"/>
          </p:cNvSpPr>
          <p:nvPr>
            <p:ph type="ftr" idx="27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4" name="PlaceHolder 6"/>
          <p:cNvSpPr>
            <a:spLocks noGrp="1"/>
          </p:cNvSpPr>
          <p:nvPr>
            <p:ph type="sldNum" idx="27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439A2C-7C04-49D7-A019-CBD2DE911C74}" type="slidenum"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2" r:id="rId2"/>
  </p:sldLayoutIdLst>
</p:sldMaster>
</file>

<file path=ppt/slideMasters/slideMaster9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Aptos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8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8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ptos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88" name="PlaceHolder 4"/>
          <p:cNvSpPr>
            <a:spLocks noGrp="1"/>
          </p:cNvSpPr>
          <p:nvPr>
            <p:ph type="dt" idx="27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9" name="PlaceHolder 5"/>
          <p:cNvSpPr>
            <a:spLocks noGrp="1"/>
          </p:cNvSpPr>
          <p:nvPr>
            <p:ph type="ftr" idx="27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0" name="PlaceHolder 6"/>
          <p:cNvSpPr>
            <a:spLocks noGrp="1"/>
          </p:cNvSpPr>
          <p:nvPr>
            <p:ph type="sldNum" idx="27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29A17D9-0EAD-455D-847F-A4360B9F2F82}" type="slidenum">
              <a:rPr b="0" lang="tr-TR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4" r:id="rId2"/>
  </p:sldLayoutIdLst>
</p:sldMaster>
</file>

<file path=ppt/slideMasters/slideMaster9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892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893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4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895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896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7" name="PlaceHolder 1"/>
          <p:cNvSpPr>
            <a:spLocks noGrp="1"/>
          </p:cNvSpPr>
          <p:nvPr>
            <p:ph type="title"/>
          </p:nvPr>
        </p:nvSpPr>
        <p:spPr>
          <a:xfrm>
            <a:off x="1154880" y="1447920"/>
            <a:ext cx="8825400" cy="332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72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7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898" name="PlaceHolder 2"/>
          <p:cNvSpPr>
            <a:spLocks noGrp="1"/>
          </p:cNvSpPr>
          <p:nvPr>
            <p:ph type="dt" idx="280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9" name="PlaceHolder 3"/>
          <p:cNvSpPr>
            <a:spLocks noGrp="1"/>
          </p:cNvSpPr>
          <p:nvPr>
            <p:ph type="ftr" idx="281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0" name="PlaceHolder 4"/>
          <p:cNvSpPr>
            <a:spLocks noGrp="1"/>
          </p:cNvSpPr>
          <p:nvPr>
            <p:ph type="sldNum" idx="282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38CD45A1-69E7-445F-8828-639026C4FE40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entury Gothic"/>
              </a:rPr>
              <a:t>Click to edit the outline text format</a:t>
            </a:r>
            <a:endParaRPr b="0" lang="en-US" sz="2000" spc="-1" strike="noStrike">
              <a:solidFill>
                <a:schemeClr val="dk1"/>
              </a:solidFill>
              <a:latin typeface="Century Gothic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Century Gothic"/>
              </a:rPr>
              <a:t>Second Outline Level</a:t>
            </a:r>
            <a:endParaRPr b="0" lang="en-US" sz="1600" spc="-1" strike="noStrike">
              <a:solidFill>
                <a:schemeClr val="dk1"/>
              </a:solidFill>
              <a:latin typeface="Century Gothic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Century Gothic"/>
              </a:rPr>
              <a:t>Third Outline Level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Century Gothic"/>
              </a:rPr>
              <a:t>Fourth Outline Level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entury Gothic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entury Gothic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entury Gothic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entury Gothic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entury Gothic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entury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6" r:id="rId7"/>
  </p:sldLayoutIdLst>
</p:sldMaster>
</file>

<file path=ppt/slideMasters/slideMaster9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905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906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7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908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909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" name="PlaceHolder 1"/>
          <p:cNvSpPr>
            <a:spLocks noGrp="1"/>
          </p:cNvSpPr>
          <p:nvPr>
            <p:ph type="title"/>
          </p:nvPr>
        </p:nvSpPr>
        <p:spPr>
          <a:xfrm>
            <a:off x="1154880" y="4800600"/>
            <a:ext cx="882540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24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2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11" name="PlaceHolder 2"/>
          <p:cNvSpPr>
            <a:spLocks noGrp="1"/>
          </p:cNvSpPr>
          <p:nvPr>
            <p:ph type="body"/>
          </p:nvPr>
        </p:nvSpPr>
        <p:spPr>
          <a:xfrm>
            <a:off x="1154880" y="685800"/>
            <a:ext cx="8825400" cy="364032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Century Gothic"/>
              </a:rPr>
              <a:t>Resim eklemek için simgeye tıklayın</a:t>
            </a:r>
            <a:endParaRPr b="0" lang="en-US" sz="16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12" name="PlaceHolder 3"/>
          <p:cNvSpPr>
            <a:spLocks noGrp="1"/>
          </p:cNvSpPr>
          <p:nvPr>
            <p:ph type="body"/>
          </p:nvPr>
        </p:nvSpPr>
        <p:spPr>
          <a:xfrm>
            <a:off x="1154880" y="5367240"/>
            <a:ext cx="8825400" cy="49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1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13" name="PlaceHolder 4"/>
          <p:cNvSpPr>
            <a:spLocks noGrp="1"/>
          </p:cNvSpPr>
          <p:nvPr>
            <p:ph type="dt" idx="283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4" name="PlaceHolder 5"/>
          <p:cNvSpPr>
            <a:spLocks noGrp="1"/>
          </p:cNvSpPr>
          <p:nvPr>
            <p:ph type="ftr" idx="284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5" name="PlaceHolder 6"/>
          <p:cNvSpPr>
            <a:spLocks noGrp="1"/>
          </p:cNvSpPr>
          <p:nvPr>
            <p:ph type="sldNum" idx="285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37065123-D4CD-4439-A29A-7366EB5E5DF1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8" r:id="rId7"/>
  </p:sldLayoutIdLst>
</p:sldMaster>
</file>

<file path=ppt/slideMasters/slideMaster9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6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917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918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9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920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921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2" name="PlaceHolder 1"/>
          <p:cNvSpPr>
            <a:spLocks noGrp="1"/>
          </p:cNvSpPr>
          <p:nvPr>
            <p:ph type="title"/>
          </p:nvPr>
        </p:nvSpPr>
        <p:spPr>
          <a:xfrm>
            <a:off x="1154880" y="1447920"/>
            <a:ext cx="8825400" cy="198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8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48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23" name="PlaceHolder 2"/>
          <p:cNvSpPr>
            <a:spLocks noGrp="1"/>
          </p:cNvSpPr>
          <p:nvPr>
            <p:ph type="body"/>
          </p:nvPr>
        </p:nvSpPr>
        <p:spPr>
          <a:xfrm>
            <a:off x="1154880" y="3657600"/>
            <a:ext cx="8825400" cy="236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8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18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24" name="PlaceHolder 3"/>
          <p:cNvSpPr>
            <a:spLocks noGrp="1"/>
          </p:cNvSpPr>
          <p:nvPr>
            <p:ph type="dt" idx="286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5" name="PlaceHolder 4"/>
          <p:cNvSpPr>
            <a:spLocks noGrp="1"/>
          </p:cNvSpPr>
          <p:nvPr>
            <p:ph type="ftr" idx="287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6" name="PlaceHolder 5"/>
          <p:cNvSpPr>
            <a:spLocks noGrp="1"/>
          </p:cNvSpPr>
          <p:nvPr>
            <p:ph type="sldNum" idx="288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2DE71CCE-854D-4E97-B4A6-6F532D8458FD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0" r:id="rId7"/>
  </p:sldLayoutIdLst>
</p:sldMaster>
</file>

<file path=ppt/slideMasters/slideMaster9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928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929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0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931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932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3" name="PlaceHolder 1"/>
          <p:cNvSpPr>
            <a:spLocks noGrp="1"/>
          </p:cNvSpPr>
          <p:nvPr>
            <p:ph type="title"/>
          </p:nvPr>
        </p:nvSpPr>
        <p:spPr>
          <a:xfrm>
            <a:off x="1574640" y="1447920"/>
            <a:ext cx="7998840" cy="232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8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48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34" name="PlaceHolder 2"/>
          <p:cNvSpPr>
            <a:spLocks noGrp="1"/>
          </p:cNvSpPr>
          <p:nvPr>
            <p:ph type="body"/>
          </p:nvPr>
        </p:nvSpPr>
        <p:spPr>
          <a:xfrm>
            <a:off x="1930320" y="3771000"/>
            <a:ext cx="7279200" cy="34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 cap="sm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35" name="PlaceHolder 3"/>
          <p:cNvSpPr>
            <a:spLocks noGrp="1"/>
          </p:cNvSpPr>
          <p:nvPr>
            <p:ph type="body"/>
          </p:nvPr>
        </p:nvSpPr>
        <p:spPr>
          <a:xfrm>
            <a:off x="1154880" y="4350600"/>
            <a:ext cx="8825400" cy="167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8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18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36" name="PlaceHolder 4"/>
          <p:cNvSpPr>
            <a:spLocks noGrp="1"/>
          </p:cNvSpPr>
          <p:nvPr>
            <p:ph type="dt" idx="289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7" name="PlaceHolder 5"/>
          <p:cNvSpPr>
            <a:spLocks noGrp="1"/>
          </p:cNvSpPr>
          <p:nvPr>
            <p:ph type="ftr" idx="290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8" name="PlaceHolder 6"/>
          <p:cNvSpPr>
            <a:spLocks noGrp="1"/>
          </p:cNvSpPr>
          <p:nvPr>
            <p:ph type="sldNum" idx="291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A9D02237-32CD-419A-B4D5-6AAAEF35D000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9" name="TextBox 11"/>
          <p:cNvSpPr/>
          <p:nvPr/>
        </p:nvSpPr>
        <p:spPr>
          <a:xfrm>
            <a:off x="898200" y="971280"/>
            <a:ext cx="801720" cy="19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200" spc="-1" strike="noStrike">
                <a:solidFill>
                  <a:schemeClr val="lt2">
                    <a:lumMod val="40000"/>
                    <a:lumOff val="60000"/>
                  </a:schemeClr>
                </a:solidFill>
                <a:latin typeface="Arial"/>
              </a:rPr>
              <a:t>“</a:t>
            </a:r>
            <a:endParaRPr b="0" lang="en-US" sz="1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0" name="TextBox 14"/>
          <p:cNvSpPr/>
          <p:nvPr/>
        </p:nvSpPr>
        <p:spPr>
          <a:xfrm>
            <a:off x="9330480" y="2613960"/>
            <a:ext cx="801720" cy="19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200" spc="-1" strike="noStrike">
                <a:solidFill>
                  <a:schemeClr val="lt2">
                    <a:lumMod val="40000"/>
                    <a:lumOff val="60000"/>
                  </a:schemeClr>
                </a:solidFill>
                <a:latin typeface="Arial"/>
              </a:rPr>
              <a:t>”</a:t>
            </a:r>
            <a:endParaRPr b="0" lang="en-US" sz="1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2" r:id="rId7"/>
  </p:sldLayoutIdLst>
</p:sldMaster>
</file>

<file path=ppt/slideMasters/slideMaster9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942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943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4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945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946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PlaceHolder 1"/>
          <p:cNvSpPr>
            <a:spLocks noGrp="1"/>
          </p:cNvSpPr>
          <p:nvPr>
            <p:ph type="title"/>
          </p:nvPr>
        </p:nvSpPr>
        <p:spPr>
          <a:xfrm>
            <a:off x="1154880" y="3124080"/>
            <a:ext cx="8825400" cy="165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0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40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1154880" y="4777560"/>
            <a:ext cx="882540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-1" strike="noStrike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Asıl metin stillerini düzenlemek için tıklayın</a:t>
            </a:r>
            <a:endParaRPr b="0" lang="en-US" sz="20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49" name="PlaceHolder 3"/>
          <p:cNvSpPr>
            <a:spLocks noGrp="1"/>
          </p:cNvSpPr>
          <p:nvPr>
            <p:ph type="dt" idx="292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0" name="PlaceHolder 4"/>
          <p:cNvSpPr>
            <a:spLocks noGrp="1"/>
          </p:cNvSpPr>
          <p:nvPr>
            <p:ph type="ftr" idx="293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1" name="PlaceHolder 5"/>
          <p:cNvSpPr>
            <a:spLocks noGrp="1"/>
          </p:cNvSpPr>
          <p:nvPr>
            <p:ph type="sldNum" idx="294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B62B6D03-E089-4DDD-AAEE-4CE5660E7349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4" r:id="rId7"/>
  </p:sldLayoutIdLst>
</p:sldMaster>
</file>

<file path=ppt/slideMasters/slideMaster9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953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954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5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956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957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2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4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59" name="PlaceHolder 2"/>
          <p:cNvSpPr>
            <a:spLocks noGrp="1"/>
          </p:cNvSpPr>
          <p:nvPr>
            <p:ph type="body"/>
          </p:nvPr>
        </p:nvSpPr>
        <p:spPr>
          <a:xfrm>
            <a:off x="632880" y="1981080"/>
            <a:ext cx="29466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Asıl metin stillerini düzenlemek için tıklayın</a:t>
            </a:r>
            <a:endParaRPr b="0" lang="en-US" sz="2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60" name="PlaceHolder 3"/>
          <p:cNvSpPr>
            <a:spLocks noGrp="1"/>
          </p:cNvSpPr>
          <p:nvPr>
            <p:ph type="body"/>
          </p:nvPr>
        </p:nvSpPr>
        <p:spPr>
          <a:xfrm>
            <a:off x="652320" y="2666880"/>
            <a:ext cx="2927160" cy="358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61" name="PlaceHolder 4"/>
          <p:cNvSpPr>
            <a:spLocks noGrp="1"/>
          </p:cNvSpPr>
          <p:nvPr>
            <p:ph type="body"/>
          </p:nvPr>
        </p:nvSpPr>
        <p:spPr>
          <a:xfrm>
            <a:off x="3883680" y="1981080"/>
            <a:ext cx="293580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Asıl metin stillerini düzenlemek için tıklayın</a:t>
            </a:r>
            <a:endParaRPr b="0" lang="en-US" sz="2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62" name="PlaceHolder 5"/>
          <p:cNvSpPr>
            <a:spLocks noGrp="1"/>
          </p:cNvSpPr>
          <p:nvPr>
            <p:ph type="body"/>
          </p:nvPr>
        </p:nvSpPr>
        <p:spPr>
          <a:xfrm>
            <a:off x="3873240" y="2666880"/>
            <a:ext cx="2946600" cy="358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63" name="PlaceHolder 6"/>
          <p:cNvSpPr>
            <a:spLocks noGrp="1"/>
          </p:cNvSpPr>
          <p:nvPr>
            <p:ph type="body"/>
          </p:nvPr>
        </p:nvSpPr>
        <p:spPr>
          <a:xfrm>
            <a:off x="7124760" y="1981080"/>
            <a:ext cx="29318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Asıl metin stillerini düzenlemek için tıklayın</a:t>
            </a:r>
            <a:endParaRPr b="0" lang="en-US" sz="2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64" name="PlaceHolder 7"/>
          <p:cNvSpPr>
            <a:spLocks noGrp="1"/>
          </p:cNvSpPr>
          <p:nvPr>
            <p:ph type="body"/>
          </p:nvPr>
        </p:nvSpPr>
        <p:spPr>
          <a:xfrm>
            <a:off x="7124760" y="2666880"/>
            <a:ext cx="2931840" cy="358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</p:txBody>
      </p:sp>
      <p:cxnSp>
        <p:nvCxnSpPr>
          <p:cNvPr id="965" name="Straight Connector 16"/>
          <p:cNvCxnSpPr/>
          <p:nvPr/>
        </p:nvCxnSpPr>
        <p:spPr>
          <a:xfrm>
            <a:off x="3726000" y="2133360"/>
            <a:ext cx="360" cy="3962880"/>
          </a:xfrm>
          <a:prstGeom prst="straightConnector1">
            <a:avLst/>
          </a:prstGeom>
          <a:ln cap="rnd" w="12700">
            <a:solidFill>
              <a:srgbClr val="1e5155">
                <a:lumMod val="40000"/>
                <a:lumOff val="60000"/>
                <a:alpha val="40000"/>
              </a:srgbClr>
            </a:solidFill>
            <a:round/>
          </a:ln>
        </p:spPr>
      </p:cxnSp>
      <p:cxnSp>
        <p:nvCxnSpPr>
          <p:cNvPr id="966" name="Straight Connector 17"/>
          <p:cNvCxnSpPr/>
          <p:nvPr/>
        </p:nvCxnSpPr>
        <p:spPr>
          <a:xfrm>
            <a:off x="6962040" y="2133360"/>
            <a:ext cx="360" cy="3967200"/>
          </a:xfrm>
          <a:prstGeom prst="straightConnector1">
            <a:avLst/>
          </a:prstGeom>
          <a:ln cap="rnd" w="12700">
            <a:solidFill>
              <a:srgbClr val="1e5155">
                <a:lumMod val="40000"/>
                <a:lumOff val="60000"/>
                <a:alpha val="40000"/>
              </a:srgbClr>
            </a:solidFill>
            <a:round/>
          </a:ln>
        </p:spPr>
      </p:cxnSp>
      <p:sp>
        <p:nvSpPr>
          <p:cNvPr id="967" name="PlaceHolder 8"/>
          <p:cNvSpPr>
            <a:spLocks noGrp="1"/>
          </p:cNvSpPr>
          <p:nvPr>
            <p:ph type="dt" idx="295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8" name="PlaceHolder 9"/>
          <p:cNvSpPr>
            <a:spLocks noGrp="1"/>
          </p:cNvSpPr>
          <p:nvPr>
            <p:ph type="ftr" idx="296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9" name="PlaceHolder 10"/>
          <p:cNvSpPr>
            <a:spLocks noGrp="1"/>
          </p:cNvSpPr>
          <p:nvPr>
            <p:ph type="sldNum" idx="297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D4CC65EE-E300-41FB-A0AD-449965FDD5E9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6" r:id="rId7"/>
  </p:sldLayoutIdLst>
</p:sldMaster>
</file>

<file path=ppt/slideMasters/slideMaster10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971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972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3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974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975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2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4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77" name="PlaceHolder 2"/>
          <p:cNvSpPr>
            <a:spLocks noGrp="1"/>
          </p:cNvSpPr>
          <p:nvPr>
            <p:ph type="body"/>
          </p:nvPr>
        </p:nvSpPr>
        <p:spPr>
          <a:xfrm>
            <a:off x="652320" y="4250880"/>
            <a:ext cx="29397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Asıl metin stillerini düzenlemek için tıklayın</a:t>
            </a:r>
            <a:endParaRPr b="0" lang="en-US" sz="2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78" name="PlaceHolder 3"/>
          <p:cNvSpPr>
            <a:spLocks noGrp="1"/>
          </p:cNvSpPr>
          <p:nvPr>
            <p:ph type="body"/>
          </p:nvPr>
        </p:nvSpPr>
        <p:spPr>
          <a:xfrm>
            <a:off x="652320" y="2209680"/>
            <a:ext cx="2939760" cy="152352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Century Gothic"/>
              </a:rPr>
              <a:t>Resim eklemek için simgeye tıklayın</a:t>
            </a:r>
            <a:endParaRPr b="0" lang="en-US" sz="16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79" name="PlaceHolder 4"/>
          <p:cNvSpPr>
            <a:spLocks noGrp="1"/>
          </p:cNvSpPr>
          <p:nvPr>
            <p:ph type="body"/>
          </p:nvPr>
        </p:nvSpPr>
        <p:spPr>
          <a:xfrm>
            <a:off x="652320" y="4827240"/>
            <a:ext cx="2939760" cy="65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80" name="PlaceHolder 5"/>
          <p:cNvSpPr>
            <a:spLocks noGrp="1"/>
          </p:cNvSpPr>
          <p:nvPr>
            <p:ph type="body"/>
          </p:nvPr>
        </p:nvSpPr>
        <p:spPr>
          <a:xfrm>
            <a:off x="3889440" y="4250880"/>
            <a:ext cx="29300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Asıl metin stillerini düzenlemek için tıklayın</a:t>
            </a:r>
            <a:endParaRPr b="0" lang="en-US" sz="2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81" name="PlaceHolder 6"/>
          <p:cNvSpPr>
            <a:spLocks noGrp="1"/>
          </p:cNvSpPr>
          <p:nvPr>
            <p:ph type="body"/>
          </p:nvPr>
        </p:nvSpPr>
        <p:spPr>
          <a:xfrm>
            <a:off x="3889440" y="2209680"/>
            <a:ext cx="2930040" cy="152352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Century Gothic"/>
              </a:rPr>
              <a:t>Resim eklemek için simgeye tıklayın</a:t>
            </a:r>
            <a:endParaRPr b="0" lang="en-US" sz="16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82" name="PlaceHolder 7"/>
          <p:cNvSpPr>
            <a:spLocks noGrp="1"/>
          </p:cNvSpPr>
          <p:nvPr>
            <p:ph type="body"/>
          </p:nvPr>
        </p:nvSpPr>
        <p:spPr>
          <a:xfrm>
            <a:off x="3888000" y="4827240"/>
            <a:ext cx="2934000" cy="65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83" name="PlaceHolder 8"/>
          <p:cNvSpPr>
            <a:spLocks noGrp="1"/>
          </p:cNvSpPr>
          <p:nvPr>
            <p:ph type="body"/>
          </p:nvPr>
        </p:nvSpPr>
        <p:spPr>
          <a:xfrm>
            <a:off x="7124760" y="4250880"/>
            <a:ext cx="29318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Asıl metin stillerini düzenlemek için tıklayın</a:t>
            </a:r>
            <a:endParaRPr b="0" lang="en-US" sz="2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84" name="PlaceHolder 9"/>
          <p:cNvSpPr>
            <a:spLocks noGrp="1"/>
          </p:cNvSpPr>
          <p:nvPr>
            <p:ph type="body"/>
          </p:nvPr>
        </p:nvSpPr>
        <p:spPr>
          <a:xfrm>
            <a:off x="7124760" y="2209680"/>
            <a:ext cx="2931840" cy="152352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Century Gothic"/>
              </a:rPr>
              <a:t>Resim eklemek için simgeye tıklayın</a:t>
            </a:r>
            <a:endParaRPr b="0" lang="en-US" sz="16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85" name="PlaceHolder 10"/>
          <p:cNvSpPr>
            <a:spLocks noGrp="1"/>
          </p:cNvSpPr>
          <p:nvPr>
            <p:ph type="body"/>
          </p:nvPr>
        </p:nvSpPr>
        <p:spPr>
          <a:xfrm>
            <a:off x="7124400" y="4827240"/>
            <a:ext cx="2935800" cy="65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</p:txBody>
      </p:sp>
      <p:cxnSp>
        <p:nvCxnSpPr>
          <p:cNvPr id="986" name="Straight Connector 18"/>
          <p:cNvCxnSpPr/>
          <p:nvPr/>
        </p:nvCxnSpPr>
        <p:spPr>
          <a:xfrm>
            <a:off x="3726000" y="2133360"/>
            <a:ext cx="360" cy="3962880"/>
          </a:xfrm>
          <a:prstGeom prst="straightConnector1">
            <a:avLst/>
          </a:prstGeom>
          <a:ln cap="rnd" w="12700">
            <a:solidFill>
              <a:srgbClr val="1e5155">
                <a:lumMod val="40000"/>
                <a:lumOff val="60000"/>
                <a:alpha val="40000"/>
              </a:srgbClr>
            </a:solidFill>
            <a:round/>
          </a:ln>
        </p:spPr>
      </p:cxnSp>
      <p:cxnSp>
        <p:nvCxnSpPr>
          <p:cNvPr id="987" name="Straight Connector 19"/>
          <p:cNvCxnSpPr/>
          <p:nvPr/>
        </p:nvCxnSpPr>
        <p:spPr>
          <a:xfrm>
            <a:off x="6962040" y="2133360"/>
            <a:ext cx="360" cy="3967200"/>
          </a:xfrm>
          <a:prstGeom prst="straightConnector1">
            <a:avLst/>
          </a:prstGeom>
          <a:ln cap="rnd" w="12700">
            <a:solidFill>
              <a:srgbClr val="1e5155">
                <a:lumMod val="40000"/>
                <a:lumOff val="60000"/>
                <a:alpha val="40000"/>
              </a:srgbClr>
            </a:solidFill>
            <a:round/>
          </a:ln>
        </p:spPr>
      </p:cxnSp>
      <p:sp>
        <p:nvSpPr>
          <p:cNvPr id="988" name="PlaceHolder 11"/>
          <p:cNvSpPr>
            <a:spLocks noGrp="1"/>
          </p:cNvSpPr>
          <p:nvPr>
            <p:ph type="dt" idx="298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9" name="PlaceHolder 12"/>
          <p:cNvSpPr>
            <a:spLocks noGrp="1"/>
          </p:cNvSpPr>
          <p:nvPr>
            <p:ph type="ftr" idx="299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0" name="PlaceHolder 13"/>
          <p:cNvSpPr>
            <a:spLocks noGrp="1"/>
          </p:cNvSpPr>
          <p:nvPr>
            <p:ph type="sldNum" idx="300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5CFBF8DE-50EA-4DB6-8E32-120286208E74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8" r:id="rId7"/>
  </p:sldLayoutIdLst>
</p:sldMaster>
</file>

<file path=ppt/slideMasters/slideMaster10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1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992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993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4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995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996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7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2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4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98" name="PlaceHolder 2"/>
          <p:cNvSpPr>
            <a:spLocks noGrp="1"/>
          </p:cNvSpPr>
          <p:nvPr>
            <p:ph type="body"/>
          </p:nvPr>
        </p:nvSpPr>
        <p:spPr>
          <a:xfrm>
            <a:off x="1103400" y="2053080"/>
            <a:ext cx="8946360" cy="419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20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2000" spc="-1" strike="noStrike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/>
                </a:solidFill>
                <a:latin typeface="Century Gothic"/>
              </a:rPr>
              <a:t>İkinci düzey</a:t>
            </a:r>
            <a:endParaRPr b="0" lang="en-US" sz="1800" spc="-1" strike="noStrike">
              <a:solidFill>
                <a:schemeClr val="dk1"/>
              </a:solidFill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/>
                </a:solidFill>
                <a:latin typeface="Century Gothic"/>
              </a:rPr>
              <a:t>Üçüncü düzey</a:t>
            </a:r>
            <a:endParaRPr b="0" lang="en-US" sz="1600" spc="-1" strike="noStrike">
              <a:solidFill>
                <a:schemeClr val="dk1"/>
              </a:solidFill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Dördüncü düzey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Beşinci düzey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999" name="PlaceHolder 3"/>
          <p:cNvSpPr>
            <a:spLocks noGrp="1"/>
          </p:cNvSpPr>
          <p:nvPr>
            <p:ph type="dt" idx="301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0" name="PlaceHolder 4"/>
          <p:cNvSpPr>
            <a:spLocks noGrp="1"/>
          </p:cNvSpPr>
          <p:nvPr>
            <p:ph type="ftr" idx="302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1" name="PlaceHolder 5"/>
          <p:cNvSpPr>
            <a:spLocks noGrp="1"/>
          </p:cNvSpPr>
          <p:nvPr>
            <p:ph type="sldNum" idx="303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910E6A79-26E2-457D-8543-CA9417A54F79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50" r:id="rId7"/>
  </p:sldLayoutIdLst>
</p:sldMaster>
</file>

<file path=ppt/slideMasters/slideMaster10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2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1003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1004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5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1006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1007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8" name="PlaceHolder 1"/>
          <p:cNvSpPr>
            <a:spLocks noGrp="1"/>
          </p:cNvSpPr>
          <p:nvPr>
            <p:ph type="title"/>
          </p:nvPr>
        </p:nvSpPr>
        <p:spPr>
          <a:xfrm>
            <a:off x="8304120" y="430200"/>
            <a:ext cx="1752120" cy="582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2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4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09" name="PlaceHolder 2"/>
          <p:cNvSpPr>
            <a:spLocks noGrp="1"/>
          </p:cNvSpPr>
          <p:nvPr>
            <p:ph type="body"/>
          </p:nvPr>
        </p:nvSpPr>
        <p:spPr>
          <a:xfrm>
            <a:off x="652320" y="887400"/>
            <a:ext cx="7422840" cy="536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20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2000" spc="-1" strike="noStrike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/>
                </a:solidFill>
                <a:latin typeface="Century Gothic"/>
              </a:rPr>
              <a:t>İkinci düzey</a:t>
            </a:r>
            <a:endParaRPr b="0" lang="en-US" sz="1800" spc="-1" strike="noStrike">
              <a:solidFill>
                <a:schemeClr val="dk1"/>
              </a:solidFill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/>
                </a:solidFill>
                <a:latin typeface="Century Gothic"/>
              </a:rPr>
              <a:t>Üçüncü düzey</a:t>
            </a:r>
            <a:endParaRPr b="0" lang="en-US" sz="1600" spc="-1" strike="noStrike">
              <a:solidFill>
                <a:schemeClr val="dk1"/>
              </a:solidFill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Dördüncü düzey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Beşinci düzey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dt" idx="304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1" name="PlaceHolder 4"/>
          <p:cNvSpPr>
            <a:spLocks noGrp="1"/>
          </p:cNvSpPr>
          <p:nvPr>
            <p:ph type="ftr" idx="305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2" name="PlaceHolder 5"/>
          <p:cNvSpPr>
            <a:spLocks noGrp="1"/>
          </p:cNvSpPr>
          <p:nvPr>
            <p:ph type="sldNum" idx="306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016B7373-FDEC-4208-95D3-085A771CE069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52" r:id="rId7"/>
  </p:sldLayoutIdLst>
</p:sldMaster>
</file>

<file path=ppt/slideMasters/slideMaster10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1014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1015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6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1017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1018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9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2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4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20" name="PlaceHolder 2"/>
          <p:cNvSpPr>
            <a:spLocks noGrp="1"/>
          </p:cNvSpPr>
          <p:nvPr>
            <p:ph type="body"/>
          </p:nvPr>
        </p:nvSpPr>
        <p:spPr>
          <a:xfrm>
            <a:off x="1103400" y="2053080"/>
            <a:ext cx="8946360" cy="419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20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2000" spc="-1" strike="noStrike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/>
                </a:solidFill>
                <a:latin typeface="Century Gothic"/>
              </a:rPr>
              <a:t>İkinci düzey</a:t>
            </a:r>
            <a:endParaRPr b="0" lang="en-US" sz="1800" spc="-1" strike="noStrike">
              <a:solidFill>
                <a:schemeClr val="dk1"/>
              </a:solidFill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/>
                </a:solidFill>
                <a:latin typeface="Century Gothic"/>
              </a:rPr>
              <a:t>Üçüncü düzey</a:t>
            </a:r>
            <a:endParaRPr b="0" lang="en-US" sz="1600" spc="-1" strike="noStrike">
              <a:solidFill>
                <a:schemeClr val="dk1"/>
              </a:solidFill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Dördüncü düzey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Beşinci düzey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21" name="PlaceHolder 3"/>
          <p:cNvSpPr>
            <a:spLocks noGrp="1"/>
          </p:cNvSpPr>
          <p:nvPr>
            <p:ph type="dt" idx="307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2" name="PlaceHolder 4"/>
          <p:cNvSpPr>
            <a:spLocks noGrp="1"/>
          </p:cNvSpPr>
          <p:nvPr>
            <p:ph type="ftr" idx="308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3" name="PlaceHolder 5"/>
          <p:cNvSpPr>
            <a:spLocks noGrp="1"/>
          </p:cNvSpPr>
          <p:nvPr>
            <p:ph type="sldNum" idx="309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EF5A38E3-BD0D-420E-AADD-2FCFB9F27E38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54" r:id="rId7"/>
  </p:sldLayoutIdLst>
</p:sldMaster>
</file>

<file path=ppt/slideMasters/slideMaster10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1027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1028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9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1030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1031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2" name="PlaceHolder 1"/>
          <p:cNvSpPr>
            <a:spLocks noGrp="1"/>
          </p:cNvSpPr>
          <p:nvPr>
            <p:ph type="title"/>
          </p:nvPr>
        </p:nvSpPr>
        <p:spPr>
          <a:xfrm>
            <a:off x="1154880" y="2861640"/>
            <a:ext cx="8825400" cy="191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0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40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33" name="PlaceHolder 2"/>
          <p:cNvSpPr>
            <a:spLocks noGrp="1"/>
          </p:cNvSpPr>
          <p:nvPr>
            <p:ph type="body"/>
          </p:nvPr>
        </p:nvSpPr>
        <p:spPr>
          <a:xfrm>
            <a:off x="1154880" y="4777560"/>
            <a:ext cx="882540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Asıl metin stillerini düzenlemek için tıklayın</a:t>
            </a:r>
            <a:endParaRPr b="0" lang="en-US" sz="20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34" name="PlaceHolder 3"/>
          <p:cNvSpPr>
            <a:spLocks noGrp="1"/>
          </p:cNvSpPr>
          <p:nvPr>
            <p:ph type="dt" idx="310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5" name="PlaceHolder 4"/>
          <p:cNvSpPr>
            <a:spLocks noGrp="1"/>
          </p:cNvSpPr>
          <p:nvPr>
            <p:ph type="ftr" idx="311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6" name="PlaceHolder 5"/>
          <p:cNvSpPr>
            <a:spLocks noGrp="1"/>
          </p:cNvSpPr>
          <p:nvPr>
            <p:ph type="sldNum" idx="312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270AC246-ACDC-4861-BD66-39E0E5BBF5DB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56" r:id="rId7"/>
  </p:sldLayoutIdLst>
</p:sldMaster>
</file>

<file path=ppt/slideMasters/slideMaster10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7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1038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1039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0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1041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1042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3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2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4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44" name="PlaceHolder 2"/>
          <p:cNvSpPr>
            <a:spLocks noGrp="1"/>
          </p:cNvSpPr>
          <p:nvPr>
            <p:ph type="body"/>
          </p:nvPr>
        </p:nvSpPr>
        <p:spPr>
          <a:xfrm>
            <a:off x="1103400" y="2060640"/>
            <a:ext cx="4395960" cy="41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1800" spc="-1" strike="noStrike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/>
                </a:solidFill>
                <a:latin typeface="Century Gothic"/>
              </a:rPr>
              <a:t>İkinci düzey</a:t>
            </a:r>
            <a:endParaRPr b="0" lang="en-US" sz="1600" spc="-1" strike="noStrike">
              <a:solidFill>
                <a:schemeClr val="dk1"/>
              </a:solidFill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Üçüncü düzey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/>
                </a:solidFill>
                <a:latin typeface="Century Gothic"/>
              </a:rPr>
              <a:t>Dördüncü düzey</a:t>
            </a:r>
            <a:endParaRPr b="0" lang="en-US" sz="1200" spc="-1" strike="noStrike">
              <a:solidFill>
                <a:schemeClr val="dk1"/>
              </a:solidFill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/>
                </a:solidFill>
                <a:latin typeface="Century Gothic"/>
              </a:rPr>
              <a:t>Beşinci düzey</a:t>
            </a:r>
            <a:endParaRPr b="0" lang="en-US" sz="1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body"/>
          </p:nvPr>
        </p:nvSpPr>
        <p:spPr>
          <a:xfrm>
            <a:off x="5654520" y="2055960"/>
            <a:ext cx="4395960" cy="41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1800" spc="-1" strike="noStrike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/>
                </a:solidFill>
                <a:latin typeface="Century Gothic"/>
              </a:rPr>
              <a:t>İkinci düzey</a:t>
            </a:r>
            <a:endParaRPr b="0" lang="en-US" sz="1600" spc="-1" strike="noStrike">
              <a:solidFill>
                <a:schemeClr val="dk1"/>
              </a:solidFill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Üçüncü düzey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/>
                </a:solidFill>
                <a:latin typeface="Century Gothic"/>
              </a:rPr>
              <a:t>Dördüncü düzey</a:t>
            </a:r>
            <a:endParaRPr b="0" lang="en-US" sz="1200" spc="-1" strike="noStrike">
              <a:solidFill>
                <a:schemeClr val="dk1"/>
              </a:solidFill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/>
                </a:solidFill>
                <a:latin typeface="Century Gothic"/>
              </a:rPr>
              <a:t>Beşinci düzey</a:t>
            </a:r>
            <a:endParaRPr b="0" lang="en-US" sz="1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46" name="PlaceHolder 4"/>
          <p:cNvSpPr>
            <a:spLocks noGrp="1"/>
          </p:cNvSpPr>
          <p:nvPr>
            <p:ph type="dt" idx="313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7" name="PlaceHolder 5"/>
          <p:cNvSpPr>
            <a:spLocks noGrp="1"/>
          </p:cNvSpPr>
          <p:nvPr>
            <p:ph type="ftr" idx="314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8" name="PlaceHolder 6"/>
          <p:cNvSpPr>
            <a:spLocks noGrp="1"/>
          </p:cNvSpPr>
          <p:nvPr>
            <p:ph type="sldNum" idx="315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790A3345-64CA-4209-8EE7-35A433A8BAD7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58" r:id="rId7"/>
  </p:sldLayoutIdLst>
</p:sldMaster>
</file>

<file path=ppt/slideMasters/slideMaster10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1053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1054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5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1056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1057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8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2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4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59" name="PlaceHolder 2"/>
          <p:cNvSpPr>
            <a:spLocks noGrp="1"/>
          </p:cNvSpPr>
          <p:nvPr>
            <p:ph type="body"/>
          </p:nvPr>
        </p:nvSpPr>
        <p:spPr>
          <a:xfrm>
            <a:off x="1103400" y="1905120"/>
            <a:ext cx="43959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Asıl metin stillerini düzenlemek için tıklayın</a:t>
            </a:r>
            <a:endParaRPr b="0" lang="en-US" sz="2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60" name="PlaceHolder 3"/>
          <p:cNvSpPr>
            <a:spLocks noGrp="1"/>
          </p:cNvSpPr>
          <p:nvPr>
            <p:ph type="body"/>
          </p:nvPr>
        </p:nvSpPr>
        <p:spPr>
          <a:xfrm>
            <a:off x="1103400" y="2514600"/>
            <a:ext cx="4395960" cy="374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1800" spc="-1" strike="noStrike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/>
                </a:solidFill>
                <a:latin typeface="Century Gothic"/>
              </a:rPr>
              <a:t>İkinci düzey</a:t>
            </a:r>
            <a:endParaRPr b="0" lang="en-US" sz="1600" spc="-1" strike="noStrike">
              <a:solidFill>
                <a:schemeClr val="dk1"/>
              </a:solidFill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Üçüncü düzey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/>
                </a:solidFill>
                <a:latin typeface="Century Gothic"/>
              </a:rPr>
              <a:t>Dördüncü düzey</a:t>
            </a:r>
            <a:endParaRPr b="0" lang="en-US" sz="1200" spc="-1" strike="noStrike">
              <a:solidFill>
                <a:schemeClr val="dk1"/>
              </a:solidFill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/>
                </a:solidFill>
                <a:latin typeface="Century Gothic"/>
              </a:rPr>
              <a:t>Beşinci düzey</a:t>
            </a:r>
            <a:endParaRPr b="0" lang="en-US" sz="1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61" name="PlaceHolder 4"/>
          <p:cNvSpPr>
            <a:spLocks noGrp="1"/>
          </p:cNvSpPr>
          <p:nvPr>
            <p:ph type="body"/>
          </p:nvPr>
        </p:nvSpPr>
        <p:spPr>
          <a:xfrm>
            <a:off x="5654520" y="1905120"/>
            <a:ext cx="43959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Asıl metin stillerini düzenlemek için tıklayın</a:t>
            </a:r>
            <a:endParaRPr b="0" lang="en-US" sz="2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62" name="PlaceHolder 5"/>
          <p:cNvSpPr>
            <a:spLocks noGrp="1"/>
          </p:cNvSpPr>
          <p:nvPr>
            <p:ph type="body"/>
          </p:nvPr>
        </p:nvSpPr>
        <p:spPr>
          <a:xfrm>
            <a:off x="5654520" y="2514600"/>
            <a:ext cx="4395960" cy="374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1800" spc="-1" strike="noStrike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/>
                </a:solidFill>
                <a:latin typeface="Century Gothic"/>
              </a:rPr>
              <a:t>İkinci düzey</a:t>
            </a:r>
            <a:endParaRPr b="0" lang="en-US" sz="1600" spc="-1" strike="noStrike">
              <a:solidFill>
                <a:schemeClr val="dk1"/>
              </a:solidFill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Üçüncü düzey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/>
                </a:solidFill>
                <a:latin typeface="Century Gothic"/>
              </a:rPr>
              <a:t>Dördüncü düzey</a:t>
            </a:r>
            <a:endParaRPr b="0" lang="en-US" sz="1200" spc="-1" strike="noStrike">
              <a:solidFill>
                <a:schemeClr val="dk1"/>
              </a:solidFill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200" spc="-1" strike="noStrike">
                <a:solidFill>
                  <a:schemeClr val="dk1"/>
                </a:solidFill>
                <a:latin typeface="Century Gothic"/>
              </a:rPr>
              <a:t>Beşinci düzey</a:t>
            </a:r>
            <a:endParaRPr b="0" lang="en-US" sz="1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63" name="PlaceHolder 6"/>
          <p:cNvSpPr>
            <a:spLocks noGrp="1"/>
          </p:cNvSpPr>
          <p:nvPr>
            <p:ph type="dt" idx="316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4" name="PlaceHolder 7"/>
          <p:cNvSpPr>
            <a:spLocks noGrp="1"/>
          </p:cNvSpPr>
          <p:nvPr>
            <p:ph type="ftr" idx="317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5" name="PlaceHolder 8"/>
          <p:cNvSpPr>
            <a:spLocks noGrp="1"/>
          </p:cNvSpPr>
          <p:nvPr>
            <p:ph type="sldNum" idx="318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BE4BF822-FC89-4428-900B-7060B7B8E5B1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60" r:id="rId7"/>
  </p:sldLayoutIdLst>
</p:sldMaster>
</file>

<file path=ppt/slideMasters/slideMaster10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6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1067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1068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9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1070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1071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2" name="PlaceHolder 1"/>
          <p:cNvSpPr>
            <a:spLocks noGrp="1"/>
          </p:cNvSpPr>
          <p:nvPr>
            <p:ph type="title"/>
          </p:nvPr>
        </p:nvSpPr>
        <p:spPr>
          <a:xfrm>
            <a:off x="646200" y="452880"/>
            <a:ext cx="9404280" cy="14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42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4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73" name="PlaceHolder 2"/>
          <p:cNvSpPr>
            <a:spLocks noGrp="1"/>
          </p:cNvSpPr>
          <p:nvPr>
            <p:ph type="dt" idx="319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4" name="PlaceHolder 3"/>
          <p:cNvSpPr>
            <a:spLocks noGrp="1"/>
          </p:cNvSpPr>
          <p:nvPr>
            <p:ph type="ftr" idx="320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5" name="PlaceHolder 4"/>
          <p:cNvSpPr>
            <a:spLocks noGrp="1"/>
          </p:cNvSpPr>
          <p:nvPr>
            <p:ph type="sldNum" idx="321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AEAFC0B0-B56D-4D2C-BA0E-A1DCEABC4641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62" r:id="rId7"/>
  </p:sldLayoutIdLst>
</p:sldMaster>
</file>

<file path=ppt/slideMasters/slideMaster10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1078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1079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0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1081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1082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3" name="PlaceHolder 1"/>
          <p:cNvSpPr>
            <a:spLocks noGrp="1"/>
          </p:cNvSpPr>
          <p:nvPr>
            <p:ph type="dt" idx="322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4" name="PlaceHolder 2"/>
          <p:cNvSpPr>
            <a:spLocks noGrp="1"/>
          </p:cNvSpPr>
          <p:nvPr>
            <p:ph type="ftr" idx="323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5" name="PlaceHolder 3"/>
          <p:cNvSpPr>
            <a:spLocks noGrp="1"/>
          </p:cNvSpPr>
          <p:nvPr>
            <p:ph type="sldNum" idx="324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9D36F8A0-C41A-4FC5-9377-686DD0A503EB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64" r:id="rId7"/>
  </p:sldLayoutIdLst>
</p:sldMaster>
</file>

<file path=ppt/slideMasters/slideMaster10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1087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1088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9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1090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1091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2" name="PlaceHolder 1"/>
          <p:cNvSpPr>
            <a:spLocks noGrp="1"/>
          </p:cNvSpPr>
          <p:nvPr>
            <p:ph type="title"/>
          </p:nvPr>
        </p:nvSpPr>
        <p:spPr>
          <a:xfrm>
            <a:off x="1154880" y="1447920"/>
            <a:ext cx="34005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24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2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93" name="PlaceHolder 2"/>
          <p:cNvSpPr>
            <a:spLocks noGrp="1"/>
          </p:cNvSpPr>
          <p:nvPr>
            <p:ph type="body"/>
          </p:nvPr>
        </p:nvSpPr>
        <p:spPr>
          <a:xfrm>
            <a:off x="4784760" y="1447920"/>
            <a:ext cx="5195520" cy="457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20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2000" spc="-1" strike="noStrike">
              <a:solidFill>
                <a:schemeClr val="dk1"/>
              </a:solidFill>
              <a:latin typeface="Century Gothic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dk1"/>
                </a:solidFill>
                <a:latin typeface="Century Gothic"/>
              </a:rPr>
              <a:t>İkinci düzey</a:t>
            </a:r>
            <a:endParaRPr b="0" lang="en-US" sz="1800" spc="-1" strike="noStrike">
              <a:solidFill>
                <a:schemeClr val="dk1"/>
              </a:solidFill>
              <a:latin typeface="Century Gothic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dk1"/>
                </a:solidFill>
                <a:latin typeface="Century Gothic"/>
              </a:rPr>
              <a:t>Üçüncü düzey</a:t>
            </a:r>
            <a:endParaRPr b="0" lang="en-US" sz="1600" spc="-1" strike="noStrike">
              <a:solidFill>
                <a:schemeClr val="dk1"/>
              </a:solidFill>
              <a:latin typeface="Century Gothic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Dördüncü düzey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8ad0d6"/>
              </a:buClr>
              <a:buSzPct val="80000"/>
              <a:buFont typeface="Wingdings 3" charset="2"/>
              <a:buChar char=""/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Beşinci düzey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94" name="PlaceHolder 3"/>
          <p:cNvSpPr>
            <a:spLocks noGrp="1"/>
          </p:cNvSpPr>
          <p:nvPr>
            <p:ph type="body"/>
          </p:nvPr>
        </p:nvSpPr>
        <p:spPr>
          <a:xfrm>
            <a:off x="1154880" y="3129120"/>
            <a:ext cx="3400560" cy="28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095" name="PlaceHolder 4"/>
          <p:cNvSpPr>
            <a:spLocks noGrp="1"/>
          </p:cNvSpPr>
          <p:nvPr>
            <p:ph type="dt" idx="325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6" name="PlaceHolder 5"/>
          <p:cNvSpPr>
            <a:spLocks noGrp="1"/>
          </p:cNvSpPr>
          <p:nvPr>
            <p:ph type="ftr" idx="326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7" name="PlaceHolder 6"/>
          <p:cNvSpPr>
            <a:spLocks noGrp="1"/>
          </p:cNvSpPr>
          <p:nvPr>
            <p:ph type="sldNum" idx="327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3E5AA9F0-1DEC-44F7-9E0F-C45B5789C3CC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66" r:id="rId7"/>
  </p:sldLayoutIdLst>
</p:sldMaster>
</file>

<file path=ppt/slideMasters/slideMaster1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8" name="Picture 7" descr=""/>
          <p:cNvPicPr/>
          <p:nvPr/>
        </p:nvPicPr>
        <p:blipFill>
          <a:blip r:embed="rId3"/>
          <a:srcRect l="3610" t="0" r="0" b="0"/>
          <a:stretch/>
        </p:blipFill>
        <p:spPr>
          <a:xfrm>
            <a:off x="0" y="2669760"/>
            <a:ext cx="4036680" cy="4187880"/>
          </a:xfrm>
          <a:prstGeom prst="rect">
            <a:avLst/>
          </a:prstGeom>
          <a:ln w="0">
            <a:noFill/>
          </a:ln>
        </p:spPr>
      </p:pic>
      <p:pic>
        <p:nvPicPr>
          <p:cNvPr id="1099" name="Picture 6" descr=""/>
          <p:cNvPicPr/>
          <p:nvPr/>
        </p:nvPicPr>
        <p:blipFill>
          <a:blip r:embed="rId4"/>
          <a:srcRect l="35647" t="0" r="0" b="0"/>
          <a:stretch/>
        </p:blipFill>
        <p:spPr>
          <a:xfrm>
            <a:off x="0" y="2892240"/>
            <a:ext cx="1522080" cy="2365200"/>
          </a:xfrm>
          <a:prstGeom prst="rect">
            <a:avLst/>
          </a:prstGeom>
          <a:ln w="0">
            <a:noFill/>
          </a:ln>
        </p:spPr>
      </p:pic>
      <p:sp>
        <p:nvSpPr>
          <p:cNvPr id="1100" name="Oval 15"/>
          <p:cNvSpPr/>
          <p:nvPr/>
        </p:nvSpPr>
        <p:spPr>
          <a:xfrm>
            <a:off x="8609040" y="1676520"/>
            <a:ext cx="2819160" cy="2819160"/>
          </a:xfrm>
          <a:prstGeom prst="ellipse">
            <a:avLst/>
          </a:prstGeom>
          <a:gradFill rotWithShape="0">
            <a:gsLst>
              <a:gs pos="0">
                <a:srgbClr val="50b9c1">
                  <a:alpha val="7000"/>
                </a:srgbClr>
              </a:gs>
              <a:gs pos="36000">
                <a:srgbClr val="50b9c1">
                  <a:alpha val="6000"/>
                </a:srgbClr>
              </a:gs>
              <a:gs pos="69000">
                <a:srgbClr val="50b9c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1" name="Picture 8" descr=""/>
          <p:cNvPicPr/>
          <p:nvPr/>
        </p:nvPicPr>
        <p:blipFill>
          <a:blip r:embed="rId5"/>
          <a:srcRect l="0" t="28812" r="0" b="0"/>
          <a:stretch/>
        </p:blipFill>
        <p:spPr>
          <a:xfrm>
            <a:off x="7999560" y="0"/>
            <a:ext cx="1603080" cy="1141200"/>
          </a:xfrm>
          <a:prstGeom prst="rect">
            <a:avLst/>
          </a:prstGeom>
          <a:ln w="0">
            <a:noFill/>
          </a:ln>
        </p:spPr>
      </p:pic>
      <p:pic>
        <p:nvPicPr>
          <p:cNvPr id="1102" name="Picture 9" descr=""/>
          <p:cNvPicPr/>
          <p:nvPr/>
        </p:nvPicPr>
        <p:blipFill>
          <a:blip r:embed="rId6"/>
          <a:srcRect l="0" t="0" r="0" b="23333"/>
          <a:stretch/>
        </p:blipFill>
        <p:spPr>
          <a:xfrm>
            <a:off x="8605800" y="6095880"/>
            <a:ext cx="993240" cy="761760"/>
          </a:xfrm>
          <a:prstGeom prst="rect">
            <a:avLst/>
          </a:prstGeom>
          <a:ln w="0">
            <a:noFill/>
          </a:ln>
        </p:spPr>
      </p:pic>
      <p:sp>
        <p:nvSpPr>
          <p:cNvPr id="1103" name="Rectangle 13"/>
          <p:cNvSpPr/>
          <p:nvPr/>
        </p:nvSpPr>
        <p:spPr>
          <a:xfrm>
            <a:off x="10437840" y="0"/>
            <a:ext cx="685440" cy="1142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dir="5400000" dist="255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4" name="PlaceHolder 1"/>
          <p:cNvSpPr>
            <a:spLocks noGrp="1"/>
          </p:cNvSpPr>
          <p:nvPr>
            <p:ph type="title"/>
          </p:nvPr>
        </p:nvSpPr>
        <p:spPr>
          <a:xfrm>
            <a:off x="1153800" y="1854360"/>
            <a:ext cx="5092560" cy="157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6666" lnSpcReduction="10000"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3600" spc="-1" strike="noStrike">
                <a:solidFill>
                  <a:schemeClr val="dk2"/>
                </a:solidFill>
                <a:latin typeface="Century Gothic"/>
              </a:rPr>
              <a:t>Asıl başlık stilini düzenlemek için tıklayın</a:t>
            </a:r>
            <a:endParaRPr b="0" lang="en-US" sz="36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105" name="PlaceHolder 2"/>
          <p:cNvSpPr>
            <a:spLocks noGrp="1"/>
          </p:cNvSpPr>
          <p:nvPr>
            <p:ph type="body"/>
          </p:nvPr>
        </p:nvSpPr>
        <p:spPr>
          <a:xfrm>
            <a:off x="6949440" y="1143000"/>
            <a:ext cx="3200040" cy="4571640"/>
          </a:xfrm>
          <a:prstGeom prst="rect">
            <a:avLst/>
          </a:prstGeom>
          <a:noFill/>
          <a:ln w="0">
            <a:noFill/>
          </a:ln>
          <a:effectLst>
            <a:outerShdw dist="50760" dir="5400000" blurRad="50760" rotWithShape="0">
              <a:srgbClr val="000000">
                <a:alpha val="43000"/>
              </a:srgbClr>
            </a:outerShdw>
          </a:effectLst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Century Gothic"/>
              </a:rPr>
              <a:t>Resim eklemek için simgeye tıklayın</a:t>
            </a:r>
            <a:endParaRPr b="0" lang="en-US" sz="16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106" name="PlaceHolder 3"/>
          <p:cNvSpPr>
            <a:spLocks noGrp="1"/>
          </p:cNvSpPr>
          <p:nvPr>
            <p:ph type="body"/>
          </p:nvPr>
        </p:nvSpPr>
        <p:spPr>
          <a:xfrm>
            <a:off x="1154880" y="3657600"/>
            <a:ext cx="50846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Century Gothic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107" name="PlaceHolder 4"/>
          <p:cNvSpPr>
            <a:spLocks noGrp="1"/>
          </p:cNvSpPr>
          <p:nvPr>
            <p:ph type="dt" idx="328"/>
          </p:nvPr>
        </p:nvSpPr>
        <p:spPr>
          <a:xfrm rot="5400000">
            <a:off x="10155600" y="1790640"/>
            <a:ext cx="9903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1100" spc="-1" strike="noStrike">
                <a:solidFill>
                  <a:schemeClr val="dk1">
                    <a:tint val="75000"/>
                    <a:alpha val="60000"/>
                  </a:schemeClr>
                </a:solidFill>
                <a:latin typeface="Century Gothic"/>
              </a:rPr>
              <a:t>&lt;date/time&gt;</a:t>
            </a:r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8" name="PlaceHolder 5"/>
          <p:cNvSpPr>
            <a:spLocks noGrp="1"/>
          </p:cNvSpPr>
          <p:nvPr>
            <p:ph type="ftr" idx="329"/>
          </p:nvPr>
        </p:nvSpPr>
        <p:spPr>
          <a:xfrm rot="5400000">
            <a:off x="8951760" y="3225240"/>
            <a:ext cx="3859560" cy="3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9" name="PlaceHolder 6"/>
          <p:cNvSpPr>
            <a:spLocks noGrp="1"/>
          </p:cNvSpPr>
          <p:nvPr>
            <p:ph type="sldNum" idx="330"/>
          </p:nvPr>
        </p:nvSpPr>
        <p:spPr>
          <a:xfrm>
            <a:off x="10352520" y="295560"/>
            <a:ext cx="83772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0958FB6F-EA80-4CB4-BD2A-98EF4BA596DA}" type="slidenum">
              <a:rPr b="0" lang="tr-TR" sz="2800" spc="-1" strike="noStrike">
                <a:solidFill>
                  <a:schemeClr val="dk1">
                    <a:tint val="75000"/>
                  </a:schemeClr>
                </a:solidFill>
                <a:latin typeface="Century Gothic"/>
              </a:rPr>
              <a:t>&lt;number&gt;</a:t>
            </a:fld>
            <a:endParaRPr b="0" lang="en-US" sz="28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68" r:id="rId7"/>
  </p:sldLayoutIdLst>
</p:sldMaster>
</file>

<file path=ppt/slideMasters/slideMaster1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PlaceHolder 1"/>
          <p:cNvSpPr>
            <a:spLocks noGrp="1"/>
          </p:cNvSpPr>
          <p:nvPr>
            <p:ph type="title"/>
          </p:nvPr>
        </p:nvSpPr>
        <p:spPr>
          <a:xfrm>
            <a:off x="6415920" y="4434840"/>
            <a:ext cx="4941360" cy="11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3600" spc="148" strike="noStrike" cap="all">
                <a:solidFill>
                  <a:schemeClr val="dk1"/>
                </a:solidFill>
                <a:latin typeface="Arial"/>
              </a:rPr>
              <a:t>ANA BAŞLIK STİLİNİ DÜZENLEMEK İÇİN TIKLAYIN</a:t>
            </a:r>
            <a:endParaRPr b="0" lang="en-US" sz="3600" spc="-1" strike="noStrike">
              <a:solidFill>
                <a:schemeClr val="dk1"/>
              </a:solidFill>
              <a:latin typeface="Tenorite"/>
            </a:endParaRPr>
          </a:p>
        </p:txBody>
      </p:sp>
      <p:pic>
        <p:nvPicPr>
          <p:cNvPr id="1111" name="Grafik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9487800" cy="50540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870" r:id="rId4"/>
  </p:sldLayoutIdLst>
</p:sldMaster>
</file>

<file path=ppt/slideMasters/slideMaster1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PlaceHolder 1"/>
          <p:cNvSpPr>
            <a:spLocks noGrp="1"/>
          </p:cNvSpPr>
          <p:nvPr>
            <p:ph type="title"/>
          </p:nvPr>
        </p:nvSpPr>
        <p:spPr>
          <a:xfrm>
            <a:off x="1885320" y="892080"/>
            <a:ext cx="84214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lt1"/>
                </a:solidFill>
                <a:latin typeface="Arial"/>
              </a:rPr>
              <a:t>ASIL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pic>
        <p:nvPicPr>
          <p:cNvPr id="1115" name="Grafik 10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465200" y="2358000"/>
            <a:ext cx="2437920" cy="2018880"/>
          </a:xfrm>
          <a:prstGeom prst="rect">
            <a:avLst/>
          </a:prstGeom>
          <a:ln w="0">
            <a:noFill/>
          </a:ln>
        </p:spPr>
      </p:pic>
      <p:pic>
        <p:nvPicPr>
          <p:cNvPr id="1116" name="Grafik 1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000760" y="2531880"/>
            <a:ext cx="2190240" cy="1942920"/>
          </a:xfrm>
          <a:prstGeom prst="rect">
            <a:avLst/>
          </a:prstGeom>
          <a:ln w="0">
            <a:noFill/>
          </a:ln>
        </p:spPr>
      </p:pic>
      <p:pic>
        <p:nvPicPr>
          <p:cNvPr id="1117" name="Grafik 14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45520" y="2421000"/>
            <a:ext cx="2323800" cy="2057040"/>
          </a:xfrm>
          <a:prstGeom prst="rect">
            <a:avLst/>
          </a:prstGeom>
          <a:ln w="0">
            <a:noFill/>
          </a:ln>
        </p:spPr>
      </p:pic>
      <p:sp>
        <p:nvSpPr>
          <p:cNvPr id="1118" name="PlaceHolder 2"/>
          <p:cNvSpPr>
            <a:spLocks noGrp="1"/>
          </p:cNvSpPr>
          <p:nvPr>
            <p:ph type="body"/>
          </p:nvPr>
        </p:nvSpPr>
        <p:spPr>
          <a:xfrm>
            <a:off x="2063880" y="3064680"/>
            <a:ext cx="12405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4000" spc="148" strike="noStrike" cap="all">
                <a:solidFill>
                  <a:schemeClr val="lt1"/>
                </a:solidFill>
                <a:latin typeface="Arial"/>
              </a:rPr>
              <a:t>#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19" name="PlaceHolder 3"/>
          <p:cNvSpPr>
            <a:spLocks noGrp="1"/>
          </p:cNvSpPr>
          <p:nvPr>
            <p:ph type="body"/>
          </p:nvPr>
        </p:nvSpPr>
        <p:spPr>
          <a:xfrm>
            <a:off x="5475600" y="3064680"/>
            <a:ext cx="12405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4000" spc="148" strike="noStrike" cap="all">
                <a:solidFill>
                  <a:schemeClr val="lt1"/>
                </a:solidFill>
                <a:latin typeface="Arial"/>
              </a:rPr>
              <a:t>#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0" name="PlaceHolder 4"/>
          <p:cNvSpPr>
            <a:spLocks noGrp="1"/>
          </p:cNvSpPr>
          <p:nvPr>
            <p:ph type="body"/>
          </p:nvPr>
        </p:nvSpPr>
        <p:spPr>
          <a:xfrm>
            <a:off x="8887320" y="3064680"/>
            <a:ext cx="12405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4000" spc="148" strike="noStrike" cap="all">
                <a:solidFill>
                  <a:schemeClr val="lt1"/>
                </a:solidFill>
                <a:latin typeface="Arial"/>
              </a:rPr>
              <a:t>#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1" name="PlaceHolder 5"/>
          <p:cNvSpPr>
            <a:spLocks noGrp="1"/>
          </p:cNvSpPr>
          <p:nvPr>
            <p:ph type="body"/>
          </p:nvPr>
        </p:nvSpPr>
        <p:spPr>
          <a:xfrm>
            <a:off x="1129680" y="4824360"/>
            <a:ext cx="3123720" cy="46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49" strike="noStrike" cap="all">
                <a:solidFill>
                  <a:schemeClr val="lt1"/>
                </a:solidFill>
                <a:latin typeface="Arial"/>
              </a:rPr>
              <a:t>Düzenlemek için tıklayın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2" name="PlaceHolder 6"/>
          <p:cNvSpPr>
            <a:spLocks noGrp="1"/>
          </p:cNvSpPr>
          <p:nvPr>
            <p:ph type="body"/>
          </p:nvPr>
        </p:nvSpPr>
        <p:spPr>
          <a:xfrm>
            <a:off x="1129680" y="5280840"/>
            <a:ext cx="3123720" cy="46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123"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lt1"/>
                </a:solidFill>
                <a:latin typeface="Arial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3" name="PlaceHolder 7"/>
          <p:cNvSpPr>
            <a:spLocks noGrp="1"/>
          </p:cNvSpPr>
          <p:nvPr>
            <p:ph type="body"/>
          </p:nvPr>
        </p:nvSpPr>
        <p:spPr>
          <a:xfrm>
            <a:off x="4526280" y="4824360"/>
            <a:ext cx="3139200" cy="46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0949"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49" strike="noStrike" cap="all">
                <a:solidFill>
                  <a:schemeClr val="lt1"/>
                </a:solidFill>
                <a:latin typeface="Arial"/>
              </a:rPr>
              <a:t>Düzenlemek için tıklayın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4" name="PlaceHolder 8"/>
          <p:cNvSpPr>
            <a:spLocks noGrp="1"/>
          </p:cNvSpPr>
          <p:nvPr>
            <p:ph type="body"/>
          </p:nvPr>
        </p:nvSpPr>
        <p:spPr>
          <a:xfrm>
            <a:off x="4526280" y="5280840"/>
            <a:ext cx="3139200" cy="46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lt1"/>
                </a:solidFill>
                <a:latin typeface="Arial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457200" indent="0" algn="ctr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lt1"/>
                </a:solidFill>
                <a:latin typeface="Arial"/>
              </a:rPr>
              <a:t>İkinci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5" name="PlaceHolder 9"/>
          <p:cNvSpPr>
            <a:spLocks noGrp="1"/>
          </p:cNvSpPr>
          <p:nvPr>
            <p:ph type="body"/>
          </p:nvPr>
        </p:nvSpPr>
        <p:spPr>
          <a:xfrm>
            <a:off x="7938360" y="4824360"/>
            <a:ext cx="3123720" cy="46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49" strike="noStrike" cap="all">
                <a:solidFill>
                  <a:schemeClr val="lt1"/>
                </a:solidFill>
                <a:latin typeface="Arial"/>
              </a:rPr>
              <a:t>Düzenlemek için tıklayın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6" name="PlaceHolder 10"/>
          <p:cNvSpPr>
            <a:spLocks noGrp="1"/>
          </p:cNvSpPr>
          <p:nvPr>
            <p:ph type="body"/>
          </p:nvPr>
        </p:nvSpPr>
        <p:spPr>
          <a:xfrm>
            <a:off x="7938360" y="5280840"/>
            <a:ext cx="3123720" cy="46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123"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lt1"/>
                </a:solidFill>
                <a:latin typeface="Arial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7" name="PlaceHolder 11"/>
          <p:cNvSpPr>
            <a:spLocks noGrp="1"/>
          </p:cNvSpPr>
          <p:nvPr>
            <p:ph type="dt" idx="3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8" name="PlaceHolder 12"/>
          <p:cNvSpPr>
            <a:spLocks noGrp="1"/>
          </p:cNvSpPr>
          <p:nvPr>
            <p:ph type="ftr" idx="3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9" name="PlaceHolder 13"/>
          <p:cNvSpPr>
            <a:spLocks noGrp="1"/>
          </p:cNvSpPr>
          <p:nvPr>
            <p:ph type="sldNum" idx="3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64AEDC-B293-44E3-98AB-ADB73DBE9803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72" r:id="rId8"/>
  </p:sldLayoutIdLst>
</p:sldMaster>
</file>

<file path=ppt/slideMasters/slideMaster1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PlaceHolder 1"/>
          <p:cNvSpPr>
            <a:spLocks noGrp="1"/>
          </p:cNvSpPr>
          <p:nvPr>
            <p:ph type="title"/>
          </p:nvPr>
        </p:nvSpPr>
        <p:spPr>
          <a:xfrm>
            <a:off x="2933640" y="892080"/>
            <a:ext cx="84214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dk1"/>
                </a:solidFill>
                <a:latin typeface="Arial"/>
              </a:rPr>
              <a:t>ASIL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131" name="PlaceHolder 2"/>
          <p:cNvSpPr>
            <a:spLocks noGrp="1"/>
          </p:cNvSpPr>
          <p:nvPr>
            <p:ph type="body"/>
          </p:nvPr>
        </p:nvSpPr>
        <p:spPr>
          <a:xfrm>
            <a:off x="2933640" y="2777040"/>
            <a:ext cx="392400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>
                <a:solidFill>
                  <a:schemeClr val="dk1"/>
                </a:solidFill>
                <a:latin typeface="Arial"/>
              </a:rPr>
              <a:t>ANA METNİ DÜZENLEMEK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32" name="PlaceHolder 3"/>
          <p:cNvSpPr>
            <a:spLocks noGrp="1"/>
          </p:cNvSpPr>
          <p:nvPr>
            <p:ph type="body"/>
          </p:nvPr>
        </p:nvSpPr>
        <p:spPr>
          <a:xfrm>
            <a:off x="2933640" y="3834720"/>
            <a:ext cx="3924000" cy="199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İkinci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9144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Üçüncü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13716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Dördüncü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18288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Beşinci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33" name="PlaceHolder 4"/>
          <p:cNvSpPr>
            <a:spLocks noGrp="1"/>
          </p:cNvSpPr>
          <p:nvPr>
            <p:ph type="body"/>
          </p:nvPr>
        </p:nvSpPr>
        <p:spPr>
          <a:xfrm>
            <a:off x="7410240" y="2777040"/>
            <a:ext cx="394344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>
                <a:solidFill>
                  <a:schemeClr val="dk1"/>
                </a:solidFill>
                <a:latin typeface="Arial"/>
              </a:rPr>
              <a:t>ANA METNİ DÜZENLEMEK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34" name="PlaceHolder 5"/>
          <p:cNvSpPr>
            <a:spLocks noGrp="1"/>
          </p:cNvSpPr>
          <p:nvPr>
            <p:ph type="body"/>
          </p:nvPr>
        </p:nvSpPr>
        <p:spPr>
          <a:xfrm>
            <a:off x="7410240" y="3834720"/>
            <a:ext cx="3943440" cy="199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İkinci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9144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Üçüncü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13716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Dördüncü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18288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Beşinci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35" name="PlaceHolder 6"/>
          <p:cNvSpPr>
            <a:spLocks noGrp="1"/>
          </p:cNvSpPr>
          <p:nvPr>
            <p:ph type="dt" idx="3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6" name="PlaceHolder 7"/>
          <p:cNvSpPr>
            <a:spLocks noGrp="1"/>
          </p:cNvSpPr>
          <p:nvPr>
            <p:ph type="ftr" idx="3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7" name="PlaceHolder 8"/>
          <p:cNvSpPr>
            <a:spLocks noGrp="1"/>
          </p:cNvSpPr>
          <p:nvPr>
            <p:ph type="sldNum" idx="3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38045F-310D-4777-83D9-4C314A3A98CC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38" name="Grafik 10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5920" y="0"/>
            <a:ext cx="4367520" cy="39121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874" r:id="rId4"/>
  </p:sldLayoutIdLst>
</p:sldMaster>
</file>

<file path=ppt/slideMasters/slideMaster1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rafik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720" y="0"/>
            <a:ext cx="5441400" cy="6857640"/>
          </a:xfrm>
          <a:custGeom>
            <a:avLst/>
            <a:gdLst>
              <a:gd name="textAreaLeft" fmla="*/ -360 w 5441400"/>
              <a:gd name="textAreaRight" fmla="*/ 5441400 w 544140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PlaceHolder 1"/>
          <p:cNvSpPr>
            <a:spLocks noGrp="1"/>
          </p:cNvSpPr>
          <p:nvPr>
            <p:ph type="title"/>
          </p:nvPr>
        </p:nvSpPr>
        <p:spPr>
          <a:xfrm>
            <a:off x="5920200" y="1152720"/>
            <a:ext cx="5431680" cy="84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763"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dk1"/>
                </a:solidFill>
                <a:latin typeface="Arial"/>
              </a:rPr>
              <a:t>ANA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141" name="PlaceHolder 2"/>
          <p:cNvSpPr>
            <a:spLocks noGrp="1"/>
          </p:cNvSpPr>
          <p:nvPr>
            <p:ph type="body"/>
          </p:nvPr>
        </p:nvSpPr>
        <p:spPr>
          <a:xfrm>
            <a:off x="5922360" y="2469600"/>
            <a:ext cx="5432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 cap="all">
                <a:solidFill>
                  <a:schemeClr val="dk1"/>
                </a:solidFill>
                <a:latin typeface="Arial"/>
              </a:rPr>
              <a:t>ALT BAŞLIK EKLEMEK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42" name="PlaceHolder 3"/>
          <p:cNvSpPr>
            <a:spLocks noGrp="1"/>
          </p:cNvSpPr>
          <p:nvPr>
            <p:ph type="body"/>
          </p:nvPr>
        </p:nvSpPr>
        <p:spPr>
          <a:xfrm>
            <a:off x="5922000" y="2799000"/>
            <a:ext cx="5431680" cy="55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Arial"/>
              </a:rPr>
              <a:t>Metin eklemek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43" name="PlaceHolder 4"/>
          <p:cNvSpPr>
            <a:spLocks noGrp="1"/>
          </p:cNvSpPr>
          <p:nvPr>
            <p:ph type="body"/>
          </p:nvPr>
        </p:nvSpPr>
        <p:spPr>
          <a:xfrm>
            <a:off x="5922360" y="3569400"/>
            <a:ext cx="5432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 cap="all">
                <a:solidFill>
                  <a:schemeClr val="dk1"/>
                </a:solidFill>
                <a:latin typeface="Arial"/>
              </a:rPr>
              <a:t>ALT BAŞLIK EKLEMEK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44" name="PlaceHolder 5"/>
          <p:cNvSpPr>
            <a:spLocks noGrp="1"/>
          </p:cNvSpPr>
          <p:nvPr>
            <p:ph type="body"/>
          </p:nvPr>
        </p:nvSpPr>
        <p:spPr>
          <a:xfrm>
            <a:off x="5922000" y="3898800"/>
            <a:ext cx="5431680" cy="55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Arial"/>
              </a:rPr>
              <a:t>Metin eklemek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45" name="PlaceHolder 6"/>
          <p:cNvSpPr>
            <a:spLocks noGrp="1"/>
          </p:cNvSpPr>
          <p:nvPr>
            <p:ph type="body"/>
          </p:nvPr>
        </p:nvSpPr>
        <p:spPr>
          <a:xfrm>
            <a:off x="5922360" y="4669200"/>
            <a:ext cx="5432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 cap="all">
                <a:solidFill>
                  <a:schemeClr val="dk1"/>
                </a:solidFill>
                <a:latin typeface="Arial"/>
              </a:rPr>
              <a:t>ALT BAŞLIK EKLEMEK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46" name="PlaceHolder 7"/>
          <p:cNvSpPr>
            <a:spLocks noGrp="1"/>
          </p:cNvSpPr>
          <p:nvPr>
            <p:ph type="body"/>
          </p:nvPr>
        </p:nvSpPr>
        <p:spPr>
          <a:xfrm>
            <a:off x="5922000" y="4998600"/>
            <a:ext cx="5431680" cy="55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Arial"/>
              </a:rPr>
              <a:t>Metin eklemek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47" name="PlaceHolder 8"/>
          <p:cNvSpPr>
            <a:spLocks noGrp="1"/>
          </p:cNvSpPr>
          <p:nvPr>
            <p:ph type="dt" idx="3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8" name="PlaceHolder 9"/>
          <p:cNvSpPr>
            <a:spLocks noGrp="1"/>
          </p:cNvSpPr>
          <p:nvPr>
            <p:ph type="ftr" idx="3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9" name="PlaceHolder 10"/>
          <p:cNvSpPr>
            <a:spLocks noGrp="1"/>
          </p:cNvSpPr>
          <p:nvPr>
            <p:ph type="sldNum" idx="3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844062-0929-403D-8C48-76E1FA2500CA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76" r:id="rId3"/>
  </p:sldLayoutIdLst>
</p:sldMaster>
</file>

<file path=ppt/slideMasters/slideMaster1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dk1"/>
                </a:solidFill>
                <a:latin typeface="Arial"/>
              </a:rPr>
              <a:t>ANA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151" name="PlaceHolder 2"/>
          <p:cNvSpPr>
            <a:spLocks noGrp="1"/>
          </p:cNvSpPr>
          <p:nvPr>
            <p:ph type="body"/>
          </p:nvPr>
        </p:nvSpPr>
        <p:spPr>
          <a:xfrm>
            <a:off x="748800" y="1361880"/>
            <a:ext cx="6765480" cy="49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800" spc="-1" strike="noStrike">
                <a:solidFill>
                  <a:schemeClr val="dk1"/>
                </a:solidFill>
                <a:latin typeface="Arial"/>
              </a:rPr>
              <a:t>Asıl metin stillerini düzenlemek için tıklayın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2" name="PlaceHolder 3"/>
          <p:cNvSpPr>
            <a:spLocks noGrp="1"/>
          </p:cNvSpPr>
          <p:nvPr>
            <p:ph type="body"/>
          </p:nvPr>
        </p:nvSpPr>
        <p:spPr>
          <a:xfrm>
            <a:off x="838080" y="2286000"/>
            <a:ext cx="6094080" cy="3541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1800" spc="-1" strike="noStrike">
                <a:solidFill>
                  <a:schemeClr val="dk1"/>
                </a:solidFill>
                <a:latin typeface="Tenorite"/>
              </a:rPr>
              <a:t>Grafik eklemek için simgeye tıklayın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3" name="PlaceHolder 4"/>
          <p:cNvSpPr>
            <a:spLocks noGrp="1"/>
          </p:cNvSpPr>
          <p:nvPr>
            <p:ph type="body"/>
          </p:nvPr>
        </p:nvSpPr>
        <p:spPr>
          <a:xfrm>
            <a:off x="7858080" y="2284560"/>
            <a:ext cx="3147120" cy="30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148" strike="noStrike" cap="all">
                <a:solidFill>
                  <a:schemeClr val="dk1"/>
                </a:solidFill>
                <a:latin typeface="Arial"/>
              </a:rPr>
              <a:t>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4" name="PlaceHolder 5"/>
          <p:cNvSpPr>
            <a:spLocks noGrp="1"/>
          </p:cNvSpPr>
          <p:nvPr>
            <p:ph type="body"/>
          </p:nvPr>
        </p:nvSpPr>
        <p:spPr>
          <a:xfrm>
            <a:off x="7858080" y="2779560"/>
            <a:ext cx="3147480" cy="309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2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Arial"/>
              </a:rPr>
              <a:t>İçerik eklemek için tıklayın</a:t>
            </a:r>
            <a:endParaRPr b="0" lang="en-US" sz="1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5" name="PlaceHolder 6"/>
          <p:cNvSpPr>
            <a:spLocks noGrp="1"/>
          </p:cNvSpPr>
          <p:nvPr>
            <p:ph type="dt" idx="34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6" name="PlaceHolder 7"/>
          <p:cNvSpPr>
            <a:spLocks noGrp="1"/>
          </p:cNvSpPr>
          <p:nvPr>
            <p:ph type="ftr" idx="34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7" name="PlaceHolder 8"/>
          <p:cNvSpPr>
            <a:spLocks noGrp="1"/>
          </p:cNvSpPr>
          <p:nvPr>
            <p:ph type="sldNum" idx="34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3B0932-1E7C-41F6-BE3D-6D6DBCFA75A7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78" r:id="rId2"/>
  </p:sldLayoutIdLst>
</p:sldMaster>
</file>

<file path=ppt/slideMasters/slideMaster1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Dikdörtgen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057840"/>
            <a:ext cx="12191760" cy="2009880"/>
          </a:xfrm>
          <a:prstGeom prst="rect">
            <a:avLst/>
          </a:prstGeom>
          <a:solidFill>
            <a:srgbClr val="e9e6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tr-TR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11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dk1"/>
                </a:solidFill>
                <a:latin typeface="Arial"/>
              </a:rPr>
              <a:t>ANA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160" name="PlaceHolder 2"/>
          <p:cNvSpPr>
            <a:spLocks noGrp="1"/>
          </p:cNvSpPr>
          <p:nvPr>
            <p:ph type="body"/>
          </p:nvPr>
        </p:nvSpPr>
        <p:spPr>
          <a:xfrm>
            <a:off x="914400" y="3354840"/>
            <a:ext cx="73116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1400" spc="-1" strike="noStrike">
                <a:solidFill>
                  <a:schemeClr val="dk1"/>
                </a:solidFill>
                <a:latin typeface="Arial"/>
              </a:rPr>
              <a:t>Yıl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1" name="PlaceHolder 3"/>
          <p:cNvSpPr>
            <a:spLocks noGrp="1"/>
          </p:cNvSpPr>
          <p:nvPr>
            <p:ph type="body"/>
          </p:nvPr>
        </p:nvSpPr>
        <p:spPr>
          <a:xfrm>
            <a:off x="1965960" y="350208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2" name="PlaceHolder 4"/>
          <p:cNvSpPr>
            <a:spLocks noGrp="1"/>
          </p:cNvSpPr>
          <p:nvPr>
            <p:ph type="body"/>
          </p:nvPr>
        </p:nvSpPr>
        <p:spPr>
          <a:xfrm>
            <a:off x="2754000" y="350208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3" name="PlaceHolder 5"/>
          <p:cNvSpPr>
            <a:spLocks noGrp="1"/>
          </p:cNvSpPr>
          <p:nvPr>
            <p:ph type="body"/>
          </p:nvPr>
        </p:nvSpPr>
        <p:spPr>
          <a:xfrm>
            <a:off x="3541680" y="350208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4" name="PlaceHolder 6"/>
          <p:cNvSpPr>
            <a:spLocks noGrp="1"/>
          </p:cNvSpPr>
          <p:nvPr>
            <p:ph type="body"/>
          </p:nvPr>
        </p:nvSpPr>
        <p:spPr>
          <a:xfrm>
            <a:off x="4329720" y="350208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5" name="PlaceHolder 7"/>
          <p:cNvSpPr>
            <a:spLocks noGrp="1"/>
          </p:cNvSpPr>
          <p:nvPr>
            <p:ph type="body"/>
          </p:nvPr>
        </p:nvSpPr>
        <p:spPr>
          <a:xfrm>
            <a:off x="5117760" y="350208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6" name="PlaceHolder 8"/>
          <p:cNvSpPr>
            <a:spLocks noGrp="1"/>
          </p:cNvSpPr>
          <p:nvPr>
            <p:ph type="body"/>
          </p:nvPr>
        </p:nvSpPr>
        <p:spPr>
          <a:xfrm>
            <a:off x="5905440" y="350208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7" name="PlaceHolder 9"/>
          <p:cNvSpPr>
            <a:spLocks noGrp="1"/>
          </p:cNvSpPr>
          <p:nvPr>
            <p:ph type="body"/>
          </p:nvPr>
        </p:nvSpPr>
        <p:spPr>
          <a:xfrm>
            <a:off x="6693480" y="350208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8" name="PlaceHolder 10"/>
          <p:cNvSpPr>
            <a:spLocks noGrp="1"/>
          </p:cNvSpPr>
          <p:nvPr>
            <p:ph type="body"/>
          </p:nvPr>
        </p:nvSpPr>
        <p:spPr>
          <a:xfrm>
            <a:off x="7481520" y="350208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69" name="PlaceHolder 11"/>
          <p:cNvSpPr>
            <a:spLocks noGrp="1"/>
          </p:cNvSpPr>
          <p:nvPr>
            <p:ph type="body"/>
          </p:nvPr>
        </p:nvSpPr>
        <p:spPr>
          <a:xfrm>
            <a:off x="8269200" y="350208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0" name="PlaceHolder 12"/>
          <p:cNvSpPr>
            <a:spLocks noGrp="1"/>
          </p:cNvSpPr>
          <p:nvPr>
            <p:ph type="body"/>
          </p:nvPr>
        </p:nvSpPr>
        <p:spPr>
          <a:xfrm>
            <a:off x="9057240" y="350208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1" name="PlaceHolder 13"/>
          <p:cNvSpPr>
            <a:spLocks noGrp="1"/>
          </p:cNvSpPr>
          <p:nvPr>
            <p:ph type="body"/>
          </p:nvPr>
        </p:nvSpPr>
        <p:spPr>
          <a:xfrm>
            <a:off x="9845280" y="350208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2" name="PlaceHolder 14"/>
          <p:cNvSpPr>
            <a:spLocks noGrp="1"/>
          </p:cNvSpPr>
          <p:nvPr>
            <p:ph type="body"/>
          </p:nvPr>
        </p:nvSpPr>
        <p:spPr>
          <a:xfrm>
            <a:off x="10632960" y="350208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3" name="PlaceHolder 15"/>
          <p:cNvSpPr>
            <a:spLocks noGrp="1"/>
          </p:cNvSpPr>
          <p:nvPr>
            <p:ph type="body"/>
          </p:nvPr>
        </p:nvSpPr>
        <p:spPr>
          <a:xfrm>
            <a:off x="914400" y="4292640"/>
            <a:ext cx="73116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1400" spc="-1" strike="noStrike">
                <a:solidFill>
                  <a:schemeClr val="dk1"/>
                </a:solidFill>
                <a:latin typeface="Arial"/>
              </a:rPr>
              <a:t>Yıl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4" name="PlaceHolder 16"/>
          <p:cNvSpPr>
            <a:spLocks noGrp="1"/>
          </p:cNvSpPr>
          <p:nvPr>
            <p:ph type="body"/>
          </p:nvPr>
        </p:nvSpPr>
        <p:spPr>
          <a:xfrm>
            <a:off x="1969920" y="442584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5" name="PlaceHolder 17"/>
          <p:cNvSpPr>
            <a:spLocks noGrp="1"/>
          </p:cNvSpPr>
          <p:nvPr>
            <p:ph type="body"/>
          </p:nvPr>
        </p:nvSpPr>
        <p:spPr>
          <a:xfrm>
            <a:off x="2757600" y="442584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6" name="PlaceHolder 18"/>
          <p:cNvSpPr>
            <a:spLocks noGrp="1"/>
          </p:cNvSpPr>
          <p:nvPr>
            <p:ph type="body"/>
          </p:nvPr>
        </p:nvSpPr>
        <p:spPr>
          <a:xfrm>
            <a:off x="3545280" y="442584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7" name="PlaceHolder 19"/>
          <p:cNvSpPr>
            <a:spLocks noGrp="1"/>
          </p:cNvSpPr>
          <p:nvPr>
            <p:ph type="body"/>
          </p:nvPr>
        </p:nvSpPr>
        <p:spPr>
          <a:xfrm>
            <a:off x="4332960" y="442584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8" name="PlaceHolder 20"/>
          <p:cNvSpPr>
            <a:spLocks noGrp="1"/>
          </p:cNvSpPr>
          <p:nvPr>
            <p:ph type="body"/>
          </p:nvPr>
        </p:nvSpPr>
        <p:spPr>
          <a:xfrm>
            <a:off x="5120640" y="442584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9" name="PlaceHolder 21"/>
          <p:cNvSpPr>
            <a:spLocks noGrp="1"/>
          </p:cNvSpPr>
          <p:nvPr>
            <p:ph type="body"/>
          </p:nvPr>
        </p:nvSpPr>
        <p:spPr>
          <a:xfrm>
            <a:off x="5908320" y="442584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80" name="PlaceHolder 22"/>
          <p:cNvSpPr>
            <a:spLocks noGrp="1"/>
          </p:cNvSpPr>
          <p:nvPr>
            <p:ph type="body"/>
          </p:nvPr>
        </p:nvSpPr>
        <p:spPr>
          <a:xfrm>
            <a:off x="6696000" y="442584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81" name="PlaceHolder 23"/>
          <p:cNvSpPr>
            <a:spLocks noGrp="1"/>
          </p:cNvSpPr>
          <p:nvPr>
            <p:ph type="body"/>
          </p:nvPr>
        </p:nvSpPr>
        <p:spPr>
          <a:xfrm>
            <a:off x="7483680" y="442584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82" name="PlaceHolder 24"/>
          <p:cNvSpPr>
            <a:spLocks noGrp="1"/>
          </p:cNvSpPr>
          <p:nvPr>
            <p:ph type="body"/>
          </p:nvPr>
        </p:nvSpPr>
        <p:spPr>
          <a:xfrm>
            <a:off x="8271360" y="442584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83" name="PlaceHolder 25"/>
          <p:cNvSpPr>
            <a:spLocks noGrp="1"/>
          </p:cNvSpPr>
          <p:nvPr>
            <p:ph type="body"/>
          </p:nvPr>
        </p:nvSpPr>
        <p:spPr>
          <a:xfrm>
            <a:off x="9059040" y="442584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84" name="PlaceHolder 26"/>
          <p:cNvSpPr>
            <a:spLocks noGrp="1"/>
          </p:cNvSpPr>
          <p:nvPr>
            <p:ph type="body"/>
          </p:nvPr>
        </p:nvSpPr>
        <p:spPr>
          <a:xfrm>
            <a:off x="9846720" y="442584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85" name="PlaceHolder 27"/>
          <p:cNvSpPr>
            <a:spLocks noGrp="1"/>
          </p:cNvSpPr>
          <p:nvPr>
            <p:ph type="body"/>
          </p:nvPr>
        </p:nvSpPr>
        <p:spPr>
          <a:xfrm>
            <a:off x="10634400" y="4425840"/>
            <a:ext cx="639720" cy="20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-1" strike="noStrike">
                <a:solidFill>
                  <a:schemeClr val="dk1"/>
                </a:solidFill>
                <a:latin typeface="Arial"/>
              </a:rPr>
              <a:t>MM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86" name="Dikdörtgen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9520" y="4034880"/>
            <a:ext cx="10332360" cy="4536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tr-TR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Arial"/>
            </a:endParaRPr>
          </a:p>
        </p:txBody>
      </p:sp>
      <p:sp>
        <p:nvSpPr>
          <p:cNvPr id="1187" name="PlaceHolder 28"/>
          <p:cNvSpPr>
            <a:spLocks noGrp="1"/>
          </p:cNvSpPr>
          <p:nvPr>
            <p:ph type="dt" idx="34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8" name="PlaceHolder 29"/>
          <p:cNvSpPr>
            <a:spLocks noGrp="1"/>
          </p:cNvSpPr>
          <p:nvPr>
            <p:ph type="ftr" idx="34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9" name="PlaceHolder 30"/>
          <p:cNvSpPr>
            <a:spLocks noGrp="1"/>
          </p:cNvSpPr>
          <p:nvPr>
            <p:ph type="sldNum" idx="34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C196C3-A1E1-4B85-BB6E-378604AAC7CF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80" r:id="rId2"/>
  </p:sldLayoutIdLst>
</p:sldMaster>
</file>

<file path=ppt/slideMasters/slideMaster1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dk1"/>
                </a:solidFill>
                <a:latin typeface="Arial"/>
              </a:rPr>
              <a:t>ANA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191" name="PlaceHolder 2"/>
          <p:cNvSpPr>
            <a:spLocks noGrp="1"/>
          </p:cNvSpPr>
          <p:nvPr>
            <p:ph type="body"/>
          </p:nvPr>
        </p:nvSpPr>
        <p:spPr>
          <a:xfrm>
            <a:off x="838080" y="2139120"/>
            <a:ext cx="10515240" cy="369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1800" spc="-1" strike="noStrike">
                <a:solidFill>
                  <a:schemeClr val="dk1"/>
                </a:solidFill>
                <a:latin typeface="Tenorite"/>
              </a:rPr>
              <a:t>SmartArt grafiği eklemek için simgeye tıklayın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92" name="PlaceHolder 3"/>
          <p:cNvSpPr>
            <a:spLocks noGrp="1"/>
          </p:cNvSpPr>
          <p:nvPr>
            <p:ph type="dt" idx="34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3" name="PlaceHolder 4"/>
          <p:cNvSpPr>
            <a:spLocks noGrp="1"/>
          </p:cNvSpPr>
          <p:nvPr>
            <p:ph type="ftr" idx="34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1194" name="Düz Bağlayıcı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0" y="0"/>
            <a:ext cx="2590920" cy="762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195" name="Düz Bağlayıcı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0"/>
            <a:ext cx="704880" cy="10281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196" name="PlaceHolder 5"/>
          <p:cNvSpPr>
            <a:spLocks noGrp="1"/>
          </p:cNvSpPr>
          <p:nvPr>
            <p:ph type="sldNum" idx="34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45EC7D-508A-4A45-97D4-FFAC376386B3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82" r:id="rId2"/>
  </p:sldLayoutIdLst>
</p:sldMaster>
</file>

<file path=ppt/slideMasters/slideMaster1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PlaceHolder 1"/>
          <p:cNvSpPr>
            <a:spLocks noGrp="1"/>
          </p:cNvSpPr>
          <p:nvPr>
            <p:ph type="title"/>
          </p:nvPr>
        </p:nvSpPr>
        <p:spPr>
          <a:xfrm>
            <a:off x="1885320" y="892080"/>
            <a:ext cx="84214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dk1"/>
                </a:solidFill>
                <a:latin typeface="Arial"/>
              </a:rPr>
              <a:t>ANA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198" name="PlaceHolder 2"/>
          <p:cNvSpPr>
            <a:spLocks noGrp="1"/>
          </p:cNvSpPr>
          <p:nvPr>
            <p:ph type="body"/>
          </p:nvPr>
        </p:nvSpPr>
        <p:spPr>
          <a:xfrm>
            <a:off x="1487160" y="2886120"/>
            <a:ext cx="1845000" cy="1845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1800" spc="-1" strike="noStrike">
                <a:solidFill>
                  <a:schemeClr val="dk1"/>
                </a:solidFill>
                <a:latin typeface="Tenorite"/>
              </a:rPr>
              <a:t>Resim eklemek için simgeye tıklayın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99" name="PlaceHolder 3"/>
          <p:cNvSpPr>
            <a:spLocks noGrp="1"/>
          </p:cNvSpPr>
          <p:nvPr>
            <p:ph type="body"/>
          </p:nvPr>
        </p:nvSpPr>
        <p:spPr>
          <a:xfrm>
            <a:off x="1311480" y="5084640"/>
            <a:ext cx="21963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0" name="PlaceHolder 4"/>
          <p:cNvSpPr>
            <a:spLocks noGrp="1"/>
          </p:cNvSpPr>
          <p:nvPr>
            <p:ph type="body"/>
          </p:nvPr>
        </p:nvSpPr>
        <p:spPr>
          <a:xfrm>
            <a:off x="1487160" y="5464080"/>
            <a:ext cx="184500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1" name="PlaceHolder 5"/>
          <p:cNvSpPr>
            <a:spLocks noGrp="1"/>
          </p:cNvSpPr>
          <p:nvPr>
            <p:ph type="body"/>
          </p:nvPr>
        </p:nvSpPr>
        <p:spPr>
          <a:xfrm>
            <a:off x="3836880" y="2886120"/>
            <a:ext cx="1845000" cy="1845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1800" spc="-1" strike="noStrike">
                <a:solidFill>
                  <a:schemeClr val="dk1"/>
                </a:solidFill>
                <a:latin typeface="Tenorite"/>
              </a:rPr>
              <a:t>Resim eklemek için simgeye tıklayın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2" name="PlaceHolder 6"/>
          <p:cNvSpPr>
            <a:spLocks noGrp="1"/>
          </p:cNvSpPr>
          <p:nvPr>
            <p:ph type="body"/>
          </p:nvPr>
        </p:nvSpPr>
        <p:spPr>
          <a:xfrm>
            <a:off x="3707640" y="5099040"/>
            <a:ext cx="214452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3" name="PlaceHolder 7"/>
          <p:cNvSpPr>
            <a:spLocks noGrp="1"/>
          </p:cNvSpPr>
          <p:nvPr>
            <p:ph type="body"/>
          </p:nvPr>
        </p:nvSpPr>
        <p:spPr>
          <a:xfrm>
            <a:off x="3836880" y="5478840"/>
            <a:ext cx="1855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4" name="PlaceHolder 8"/>
          <p:cNvSpPr>
            <a:spLocks noGrp="1"/>
          </p:cNvSpPr>
          <p:nvPr>
            <p:ph type="body"/>
          </p:nvPr>
        </p:nvSpPr>
        <p:spPr>
          <a:xfrm>
            <a:off x="6327720" y="2886120"/>
            <a:ext cx="1845000" cy="1845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0" defTabSz="457200">
              <a:lnSpc>
                <a:spcPct val="100000"/>
              </a:lnSpc>
              <a:buNone/>
            </a:pPr>
            <a:r>
              <a:rPr b="0" lang="tr-TR" sz="1800" spc="-1" strike="noStrike">
                <a:solidFill>
                  <a:schemeClr val="dk1"/>
                </a:solidFill>
                <a:latin typeface="Tenorite"/>
              </a:rPr>
              <a:t>Resim eklemek için simgeye tıklayın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5" name="PlaceHolder 9"/>
          <p:cNvSpPr>
            <a:spLocks noGrp="1"/>
          </p:cNvSpPr>
          <p:nvPr>
            <p:ph type="body"/>
          </p:nvPr>
        </p:nvSpPr>
        <p:spPr>
          <a:xfrm>
            <a:off x="6198120" y="5099040"/>
            <a:ext cx="21326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6" name="PlaceHolder 10"/>
          <p:cNvSpPr>
            <a:spLocks noGrp="1"/>
          </p:cNvSpPr>
          <p:nvPr>
            <p:ph type="body"/>
          </p:nvPr>
        </p:nvSpPr>
        <p:spPr>
          <a:xfrm>
            <a:off x="6327720" y="5478840"/>
            <a:ext cx="184500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7" name="PlaceHolder 11"/>
          <p:cNvSpPr>
            <a:spLocks noGrp="1"/>
          </p:cNvSpPr>
          <p:nvPr>
            <p:ph type="body"/>
          </p:nvPr>
        </p:nvSpPr>
        <p:spPr>
          <a:xfrm>
            <a:off x="8747280" y="2886120"/>
            <a:ext cx="1845000" cy="18450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1800" spc="-1" strike="noStrike">
                <a:solidFill>
                  <a:schemeClr val="dk1"/>
                </a:solidFill>
                <a:latin typeface="Tenorite"/>
              </a:rPr>
              <a:t>Resim eklemek için simgeye tıklayın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8" name="PlaceHolder 12"/>
          <p:cNvSpPr>
            <a:spLocks noGrp="1"/>
          </p:cNvSpPr>
          <p:nvPr>
            <p:ph type="body"/>
          </p:nvPr>
        </p:nvSpPr>
        <p:spPr>
          <a:xfrm>
            <a:off x="8618040" y="5084640"/>
            <a:ext cx="21326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09" name="PlaceHolder 13"/>
          <p:cNvSpPr>
            <a:spLocks noGrp="1"/>
          </p:cNvSpPr>
          <p:nvPr>
            <p:ph type="body"/>
          </p:nvPr>
        </p:nvSpPr>
        <p:spPr>
          <a:xfrm>
            <a:off x="8747280" y="5464080"/>
            <a:ext cx="184500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0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000" spc="-1" strike="noStrike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1210" name="Düz Bağlayıcı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3920" y="0"/>
            <a:ext cx="4858200" cy="7621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211" name="Düz Bağlayıcı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1486880" y="0"/>
            <a:ext cx="705240" cy="17240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212" name="PlaceHolder 14"/>
          <p:cNvSpPr>
            <a:spLocks noGrp="1"/>
          </p:cNvSpPr>
          <p:nvPr>
            <p:ph type="dt" idx="34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3" name="PlaceHolder 15"/>
          <p:cNvSpPr>
            <a:spLocks noGrp="1"/>
          </p:cNvSpPr>
          <p:nvPr>
            <p:ph type="ftr" idx="35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4" name="PlaceHolder 16"/>
          <p:cNvSpPr>
            <a:spLocks noGrp="1"/>
          </p:cNvSpPr>
          <p:nvPr>
            <p:ph type="sldNum" idx="35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1CB2BD-C4B6-4232-9703-DCC1DA092F41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84" r:id="rId2"/>
  </p:sldLayoutIdLst>
</p:sldMaster>
</file>

<file path=ppt/slideMasters/slideMaster1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PlaceHolder 1"/>
          <p:cNvSpPr>
            <a:spLocks noGrp="1"/>
          </p:cNvSpPr>
          <p:nvPr>
            <p:ph type="title"/>
          </p:nvPr>
        </p:nvSpPr>
        <p:spPr>
          <a:xfrm>
            <a:off x="1885320" y="892080"/>
            <a:ext cx="84214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dk1"/>
                </a:solidFill>
                <a:latin typeface="Arial"/>
              </a:rPr>
              <a:t>ANA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216" name="PlaceHolder 2"/>
          <p:cNvSpPr>
            <a:spLocks noGrp="1"/>
          </p:cNvSpPr>
          <p:nvPr>
            <p:ph type="body"/>
          </p:nvPr>
        </p:nvSpPr>
        <p:spPr>
          <a:xfrm>
            <a:off x="1877040" y="2428920"/>
            <a:ext cx="1066320" cy="1066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900" spc="-1" strike="noStrike">
                <a:solidFill>
                  <a:schemeClr val="lt1"/>
                </a:solidFill>
                <a:latin typeface="Tenorite"/>
              </a:rPr>
              <a:t>Resim eklemek için simgeye tıklayın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7" name="PlaceHolder 3"/>
          <p:cNvSpPr>
            <a:spLocks noGrp="1"/>
          </p:cNvSpPr>
          <p:nvPr>
            <p:ph type="body"/>
          </p:nvPr>
        </p:nvSpPr>
        <p:spPr>
          <a:xfrm>
            <a:off x="1500120" y="3654360"/>
            <a:ext cx="1828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5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0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8" name="PlaceHolder 4"/>
          <p:cNvSpPr>
            <a:spLocks noGrp="1"/>
          </p:cNvSpPr>
          <p:nvPr>
            <p:ph type="body"/>
          </p:nvPr>
        </p:nvSpPr>
        <p:spPr>
          <a:xfrm>
            <a:off x="1389960" y="3782160"/>
            <a:ext cx="20570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900" spc="148" strike="noStrike">
                <a:solidFill>
                  <a:schemeClr val="accent1"/>
                </a:solidFill>
                <a:latin typeface="Arial"/>
              </a:rPr>
              <a:t>DÜZENLEMEK İÇİN TIKLAYIN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9" name="PlaceHolder 5"/>
          <p:cNvSpPr>
            <a:spLocks noGrp="1"/>
          </p:cNvSpPr>
          <p:nvPr>
            <p:ph type="body"/>
          </p:nvPr>
        </p:nvSpPr>
        <p:spPr>
          <a:xfrm>
            <a:off x="4226400" y="2428920"/>
            <a:ext cx="1066320" cy="1066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900" spc="-1" strike="noStrike">
                <a:solidFill>
                  <a:schemeClr val="lt1"/>
                </a:solidFill>
                <a:latin typeface="Tenorite"/>
              </a:rPr>
              <a:t>Resim eklemek için simgeye tıklayın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0" name="PlaceHolder 6"/>
          <p:cNvSpPr>
            <a:spLocks noGrp="1"/>
          </p:cNvSpPr>
          <p:nvPr>
            <p:ph type="body"/>
          </p:nvPr>
        </p:nvSpPr>
        <p:spPr>
          <a:xfrm>
            <a:off x="3849120" y="3669120"/>
            <a:ext cx="1828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5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0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1" name="PlaceHolder 7"/>
          <p:cNvSpPr>
            <a:spLocks noGrp="1"/>
          </p:cNvSpPr>
          <p:nvPr>
            <p:ph type="body"/>
          </p:nvPr>
        </p:nvSpPr>
        <p:spPr>
          <a:xfrm>
            <a:off x="3739320" y="3796560"/>
            <a:ext cx="20570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900" spc="148" strike="noStrike">
                <a:solidFill>
                  <a:schemeClr val="accent1"/>
                </a:solidFill>
                <a:latin typeface="Arial"/>
              </a:rPr>
              <a:t>DÜZENLEMEK İÇİN TIKLAYIN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2" name="PlaceHolder 8"/>
          <p:cNvSpPr>
            <a:spLocks noGrp="1"/>
          </p:cNvSpPr>
          <p:nvPr>
            <p:ph type="body"/>
          </p:nvPr>
        </p:nvSpPr>
        <p:spPr>
          <a:xfrm>
            <a:off x="6716880" y="2428920"/>
            <a:ext cx="1066320" cy="1066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900" spc="-1" strike="noStrike">
                <a:solidFill>
                  <a:schemeClr val="lt1"/>
                </a:solidFill>
                <a:latin typeface="Tenorite"/>
              </a:rPr>
              <a:t>Resim eklemek için simgeye tıklayın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3" name="PlaceHolder 9"/>
          <p:cNvSpPr>
            <a:spLocks noGrp="1"/>
          </p:cNvSpPr>
          <p:nvPr>
            <p:ph type="body"/>
          </p:nvPr>
        </p:nvSpPr>
        <p:spPr>
          <a:xfrm>
            <a:off x="6339960" y="3669120"/>
            <a:ext cx="1828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5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0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4" name="PlaceHolder 10"/>
          <p:cNvSpPr>
            <a:spLocks noGrp="1"/>
          </p:cNvSpPr>
          <p:nvPr>
            <p:ph type="body"/>
          </p:nvPr>
        </p:nvSpPr>
        <p:spPr>
          <a:xfrm>
            <a:off x="6217920" y="3796560"/>
            <a:ext cx="20570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900" spc="148" strike="noStrike">
                <a:solidFill>
                  <a:schemeClr val="accent1"/>
                </a:solidFill>
                <a:latin typeface="Arial"/>
              </a:rPr>
              <a:t>DÜZENLEMEK İÇİN TIKLAYIN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5" name="PlaceHolder 11"/>
          <p:cNvSpPr>
            <a:spLocks noGrp="1"/>
          </p:cNvSpPr>
          <p:nvPr>
            <p:ph type="body"/>
          </p:nvPr>
        </p:nvSpPr>
        <p:spPr>
          <a:xfrm>
            <a:off x="9136800" y="2428920"/>
            <a:ext cx="1066320" cy="1066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900" spc="-1" strike="noStrike">
                <a:solidFill>
                  <a:schemeClr val="lt1"/>
                </a:solidFill>
                <a:latin typeface="Tenorite"/>
              </a:rPr>
              <a:t>Resim eklemek için simgeye tıklayın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6" name="PlaceHolder 12"/>
          <p:cNvSpPr>
            <a:spLocks noGrp="1"/>
          </p:cNvSpPr>
          <p:nvPr>
            <p:ph type="body"/>
          </p:nvPr>
        </p:nvSpPr>
        <p:spPr>
          <a:xfrm>
            <a:off x="8759880" y="3654360"/>
            <a:ext cx="1828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5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0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7" name="PlaceHolder 13"/>
          <p:cNvSpPr>
            <a:spLocks noGrp="1"/>
          </p:cNvSpPr>
          <p:nvPr>
            <p:ph type="body"/>
          </p:nvPr>
        </p:nvSpPr>
        <p:spPr>
          <a:xfrm>
            <a:off x="8634600" y="3782160"/>
            <a:ext cx="20570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900" spc="148" strike="noStrike">
                <a:solidFill>
                  <a:schemeClr val="accent1"/>
                </a:solidFill>
                <a:latin typeface="Arial"/>
              </a:rPr>
              <a:t>DÜZENLEMEK İÇİN TIKLAYIN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8" name="PlaceHolder 14"/>
          <p:cNvSpPr>
            <a:spLocks noGrp="1"/>
          </p:cNvSpPr>
          <p:nvPr>
            <p:ph type="body"/>
          </p:nvPr>
        </p:nvSpPr>
        <p:spPr>
          <a:xfrm>
            <a:off x="1877040" y="4287600"/>
            <a:ext cx="1066320" cy="1066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900" spc="-1" strike="noStrike">
                <a:solidFill>
                  <a:schemeClr val="lt1"/>
                </a:solidFill>
                <a:latin typeface="Tenorite"/>
              </a:rPr>
              <a:t>Resim eklemek için simgeye tıklayın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29" name="PlaceHolder 15"/>
          <p:cNvSpPr>
            <a:spLocks noGrp="1"/>
          </p:cNvSpPr>
          <p:nvPr>
            <p:ph type="body"/>
          </p:nvPr>
        </p:nvSpPr>
        <p:spPr>
          <a:xfrm>
            <a:off x="1500120" y="5513040"/>
            <a:ext cx="1828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5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0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0" name="PlaceHolder 16"/>
          <p:cNvSpPr>
            <a:spLocks noGrp="1"/>
          </p:cNvSpPr>
          <p:nvPr>
            <p:ph type="body"/>
          </p:nvPr>
        </p:nvSpPr>
        <p:spPr>
          <a:xfrm>
            <a:off x="1389960" y="5640840"/>
            <a:ext cx="20570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900" spc="148" strike="noStrike">
                <a:solidFill>
                  <a:schemeClr val="accent1"/>
                </a:solidFill>
                <a:latin typeface="Arial"/>
              </a:rPr>
              <a:t>DÜZENLEMEK İÇİN TIKLAYIN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1" name="PlaceHolder 17"/>
          <p:cNvSpPr>
            <a:spLocks noGrp="1"/>
          </p:cNvSpPr>
          <p:nvPr>
            <p:ph type="body"/>
          </p:nvPr>
        </p:nvSpPr>
        <p:spPr>
          <a:xfrm>
            <a:off x="4226400" y="4287600"/>
            <a:ext cx="1066320" cy="1066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900" spc="-1" strike="noStrike">
                <a:solidFill>
                  <a:schemeClr val="lt1"/>
                </a:solidFill>
                <a:latin typeface="Tenorite"/>
              </a:rPr>
              <a:t>Resim eklemek için simgeye tıklayın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2" name="PlaceHolder 18"/>
          <p:cNvSpPr>
            <a:spLocks noGrp="1"/>
          </p:cNvSpPr>
          <p:nvPr>
            <p:ph type="body"/>
          </p:nvPr>
        </p:nvSpPr>
        <p:spPr>
          <a:xfrm>
            <a:off x="3849120" y="5527800"/>
            <a:ext cx="1828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5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0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3" name="PlaceHolder 19"/>
          <p:cNvSpPr>
            <a:spLocks noGrp="1"/>
          </p:cNvSpPr>
          <p:nvPr>
            <p:ph type="body"/>
          </p:nvPr>
        </p:nvSpPr>
        <p:spPr>
          <a:xfrm>
            <a:off x="3739320" y="5655600"/>
            <a:ext cx="20570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900" spc="148" strike="noStrike">
                <a:solidFill>
                  <a:schemeClr val="accent1"/>
                </a:solidFill>
                <a:latin typeface="Arial"/>
              </a:rPr>
              <a:t>DÜZENLEMEK İÇİN TIKLAYIN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4" name="PlaceHolder 20"/>
          <p:cNvSpPr>
            <a:spLocks noGrp="1"/>
          </p:cNvSpPr>
          <p:nvPr>
            <p:ph type="body"/>
          </p:nvPr>
        </p:nvSpPr>
        <p:spPr>
          <a:xfrm>
            <a:off x="6716880" y="4287600"/>
            <a:ext cx="1066320" cy="1066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900" spc="-1" strike="noStrike">
                <a:solidFill>
                  <a:schemeClr val="lt1"/>
                </a:solidFill>
                <a:latin typeface="Tenorite"/>
              </a:rPr>
              <a:t>Resim eklemek için simgeye tıklayın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5" name="PlaceHolder 21"/>
          <p:cNvSpPr>
            <a:spLocks noGrp="1"/>
          </p:cNvSpPr>
          <p:nvPr>
            <p:ph type="body"/>
          </p:nvPr>
        </p:nvSpPr>
        <p:spPr>
          <a:xfrm>
            <a:off x="6339960" y="5527800"/>
            <a:ext cx="1828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5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0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6" name="PlaceHolder 22"/>
          <p:cNvSpPr>
            <a:spLocks noGrp="1"/>
          </p:cNvSpPr>
          <p:nvPr>
            <p:ph type="body"/>
          </p:nvPr>
        </p:nvSpPr>
        <p:spPr>
          <a:xfrm>
            <a:off x="6229800" y="5655600"/>
            <a:ext cx="20570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900" spc="148" strike="noStrike">
                <a:solidFill>
                  <a:schemeClr val="accent1"/>
                </a:solidFill>
                <a:latin typeface="Arial"/>
              </a:rPr>
              <a:t>DÜZENLEMEK İÇİN TIKLAYIN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7" name="PlaceHolder 23"/>
          <p:cNvSpPr>
            <a:spLocks noGrp="1"/>
          </p:cNvSpPr>
          <p:nvPr>
            <p:ph type="body"/>
          </p:nvPr>
        </p:nvSpPr>
        <p:spPr>
          <a:xfrm>
            <a:off x="9136800" y="4287600"/>
            <a:ext cx="1066320" cy="1066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900" spc="-1" strike="noStrike">
                <a:solidFill>
                  <a:schemeClr val="lt1"/>
                </a:solidFill>
                <a:latin typeface="Tenorite"/>
              </a:rPr>
              <a:t>Resim eklemek için simgeye tıklayın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8" name="PlaceHolder 24"/>
          <p:cNvSpPr>
            <a:spLocks noGrp="1"/>
          </p:cNvSpPr>
          <p:nvPr>
            <p:ph type="body"/>
          </p:nvPr>
        </p:nvSpPr>
        <p:spPr>
          <a:xfrm>
            <a:off x="8759880" y="5513040"/>
            <a:ext cx="18284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05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05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9" name="PlaceHolder 25"/>
          <p:cNvSpPr>
            <a:spLocks noGrp="1"/>
          </p:cNvSpPr>
          <p:nvPr>
            <p:ph type="body"/>
          </p:nvPr>
        </p:nvSpPr>
        <p:spPr>
          <a:xfrm>
            <a:off x="8634600" y="5640840"/>
            <a:ext cx="205704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900" spc="148" strike="noStrike">
                <a:solidFill>
                  <a:schemeClr val="accent1"/>
                </a:solidFill>
                <a:latin typeface="Arial"/>
              </a:rPr>
              <a:t>DÜZENLEMEK İÇİN TIKLAYIN</a:t>
            </a:r>
            <a:endParaRPr b="0" lang="en-US" sz="9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40" name="PlaceHolder 26"/>
          <p:cNvSpPr>
            <a:spLocks noGrp="1"/>
          </p:cNvSpPr>
          <p:nvPr>
            <p:ph type="dt" idx="35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/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1" name="PlaceHolder 27"/>
          <p:cNvSpPr>
            <a:spLocks noGrp="1"/>
          </p:cNvSpPr>
          <p:nvPr>
            <p:ph type="ftr" idx="35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/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2" name="PlaceHolder 28"/>
          <p:cNvSpPr>
            <a:spLocks noGrp="1"/>
          </p:cNvSpPr>
          <p:nvPr>
            <p:ph type="sldNum" idx="35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5C46F6-76D2-45EC-93DF-27599EA40394}" type="slidenum">
              <a:rPr b="0" lang="tr-TR" sz="900" spc="-1" strike="noStrike">
                <a:solidFill>
                  <a:schemeClr val="dk1"/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1243" name="Grafik 12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4120"/>
            <a:ext cx="2057040" cy="1647360"/>
          </a:xfrm>
          <a:prstGeom prst="rect">
            <a:avLst/>
          </a:prstGeom>
          <a:ln w="0">
            <a:noFill/>
          </a:ln>
        </p:spPr>
      </p:pic>
      <p:pic>
        <p:nvPicPr>
          <p:cNvPr id="1244" name="Grafik 13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1049120" y="5180760"/>
            <a:ext cx="1142640" cy="9140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886" r:id="rId6"/>
  </p:sldLayoutIdLst>
</p:sldMaster>
</file>

<file path=ppt/slideMasters/slideMaster1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5" name="Düz Bağlayıcı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0"/>
            <a:ext cx="1238400" cy="132840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1246" name="Düz Bağlayıcı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0"/>
            <a:ext cx="3791160" cy="89244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247" name="PlaceHolder 1"/>
          <p:cNvSpPr>
            <a:spLocks noGrp="1"/>
          </p:cNvSpPr>
          <p:nvPr>
            <p:ph type="title"/>
          </p:nvPr>
        </p:nvSpPr>
        <p:spPr>
          <a:xfrm>
            <a:off x="1885320" y="892080"/>
            <a:ext cx="84214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dk1"/>
                </a:solidFill>
                <a:latin typeface="Arial"/>
              </a:rPr>
              <a:t>ANA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248" name="PlaceHolder 2"/>
          <p:cNvSpPr>
            <a:spLocks noGrp="1"/>
          </p:cNvSpPr>
          <p:nvPr>
            <p:ph type="body"/>
          </p:nvPr>
        </p:nvSpPr>
        <p:spPr>
          <a:xfrm>
            <a:off x="1075320" y="2118600"/>
            <a:ext cx="1855800" cy="166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Arial"/>
              </a:rPr>
              <a:t>İçerik eklemek için tıklayın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49" name="PlaceHolder 3"/>
          <p:cNvSpPr>
            <a:spLocks noGrp="1"/>
          </p:cNvSpPr>
          <p:nvPr>
            <p:ph type="body"/>
          </p:nvPr>
        </p:nvSpPr>
        <p:spPr>
          <a:xfrm>
            <a:off x="838080" y="3788640"/>
            <a:ext cx="2330280" cy="804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3200" spc="148" strike="noStrike">
                <a:solidFill>
                  <a:schemeClr val="dk1"/>
                </a:solidFill>
                <a:latin typeface="Arial"/>
              </a:rPr>
              <a:t>#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0" name="PlaceHolder 4"/>
          <p:cNvSpPr>
            <a:spLocks noGrp="1"/>
          </p:cNvSpPr>
          <p:nvPr>
            <p:ph type="body"/>
          </p:nvPr>
        </p:nvSpPr>
        <p:spPr>
          <a:xfrm>
            <a:off x="838080" y="4464720"/>
            <a:ext cx="2330280" cy="43812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1" name="PlaceHolder 5"/>
          <p:cNvSpPr>
            <a:spLocks noGrp="1"/>
          </p:cNvSpPr>
          <p:nvPr>
            <p:ph type="body"/>
          </p:nvPr>
        </p:nvSpPr>
        <p:spPr>
          <a:xfrm>
            <a:off x="838080" y="5120640"/>
            <a:ext cx="23302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2" name="PlaceHolder 6"/>
          <p:cNvSpPr>
            <a:spLocks noGrp="1"/>
          </p:cNvSpPr>
          <p:nvPr>
            <p:ph type="body"/>
          </p:nvPr>
        </p:nvSpPr>
        <p:spPr>
          <a:xfrm>
            <a:off x="3811320" y="2118600"/>
            <a:ext cx="1855800" cy="166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Arial"/>
              </a:rPr>
              <a:t>İçerik eklemek için tıklayın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3" name="PlaceHolder 7"/>
          <p:cNvSpPr>
            <a:spLocks noGrp="1"/>
          </p:cNvSpPr>
          <p:nvPr>
            <p:ph type="body"/>
          </p:nvPr>
        </p:nvSpPr>
        <p:spPr>
          <a:xfrm>
            <a:off x="3562560" y="3788640"/>
            <a:ext cx="2341800" cy="804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3200" spc="148" strike="noStrike">
                <a:solidFill>
                  <a:schemeClr val="dk1"/>
                </a:solidFill>
                <a:latin typeface="Arial"/>
              </a:rPr>
              <a:t>#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4" name="PlaceHolder 8"/>
          <p:cNvSpPr>
            <a:spLocks noGrp="1"/>
          </p:cNvSpPr>
          <p:nvPr>
            <p:ph type="body"/>
          </p:nvPr>
        </p:nvSpPr>
        <p:spPr>
          <a:xfrm>
            <a:off x="3562560" y="4464720"/>
            <a:ext cx="2341800" cy="43812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5" name="PlaceHolder 9"/>
          <p:cNvSpPr>
            <a:spLocks noGrp="1"/>
          </p:cNvSpPr>
          <p:nvPr>
            <p:ph type="body"/>
          </p:nvPr>
        </p:nvSpPr>
        <p:spPr>
          <a:xfrm>
            <a:off x="3562560" y="5120640"/>
            <a:ext cx="234180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6" name="PlaceHolder 10"/>
          <p:cNvSpPr>
            <a:spLocks noGrp="1"/>
          </p:cNvSpPr>
          <p:nvPr>
            <p:ph type="body"/>
          </p:nvPr>
        </p:nvSpPr>
        <p:spPr>
          <a:xfrm>
            <a:off x="6524280" y="2118600"/>
            <a:ext cx="1855800" cy="166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Arial"/>
              </a:rPr>
              <a:t>İçerik eklemek için tıklayın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7" name="PlaceHolder 11"/>
          <p:cNvSpPr>
            <a:spLocks noGrp="1"/>
          </p:cNvSpPr>
          <p:nvPr>
            <p:ph type="body"/>
          </p:nvPr>
        </p:nvSpPr>
        <p:spPr>
          <a:xfrm>
            <a:off x="6298560" y="3788640"/>
            <a:ext cx="2330280" cy="804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3200" spc="148" strike="noStrike">
                <a:solidFill>
                  <a:schemeClr val="dk1"/>
                </a:solidFill>
                <a:latin typeface="Arial"/>
              </a:rPr>
              <a:t>#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8" name="PlaceHolder 12"/>
          <p:cNvSpPr>
            <a:spLocks noGrp="1"/>
          </p:cNvSpPr>
          <p:nvPr>
            <p:ph type="body"/>
          </p:nvPr>
        </p:nvSpPr>
        <p:spPr>
          <a:xfrm>
            <a:off x="6298560" y="4464720"/>
            <a:ext cx="2330280" cy="43812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9" name="PlaceHolder 13"/>
          <p:cNvSpPr>
            <a:spLocks noGrp="1"/>
          </p:cNvSpPr>
          <p:nvPr>
            <p:ph type="body"/>
          </p:nvPr>
        </p:nvSpPr>
        <p:spPr>
          <a:xfrm>
            <a:off x="6298560" y="5120640"/>
            <a:ext cx="23302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60" name="PlaceHolder 14"/>
          <p:cNvSpPr>
            <a:spLocks noGrp="1"/>
          </p:cNvSpPr>
          <p:nvPr>
            <p:ph type="body"/>
          </p:nvPr>
        </p:nvSpPr>
        <p:spPr>
          <a:xfrm>
            <a:off x="9260280" y="2118600"/>
            <a:ext cx="1855800" cy="166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Arial"/>
              </a:rPr>
              <a:t>İçerik eklemek için tıklayın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61" name="PlaceHolder 15"/>
          <p:cNvSpPr>
            <a:spLocks noGrp="1"/>
          </p:cNvSpPr>
          <p:nvPr>
            <p:ph type="body"/>
          </p:nvPr>
        </p:nvSpPr>
        <p:spPr>
          <a:xfrm>
            <a:off x="9023040" y="3788280"/>
            <a:ext cx="2330280" cy="8046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3200" spc="148" strike="noStrike">
                <a:solidFill>
                  <a:schemeClr val="dk1"/>
                </a:solidFill>
                <a:latin typeface="Arial"/>
              </a:rPr>
              <a:t>#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62" name="PlaceHolder 16"/>
          <p:cNvSpPr>
            <a:spLocks noGrp="1"/>
          </p:cNvSpPr>
          <p:nvPr>
            <p:ph type="body"/>
          </p:nvPr>
        </p:nvSpPr>
        <p:spPr>
          <a:xfrm>
            <a:off x="9023040" y="4464360"/>
            <a:ext cx="2330280" cy="43812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148" strike="noStrike">
                <a:solidFill>
                  <a:schemeClr val="dk1"/>
                </a:solidFill>
                <a:latin typeface="Arial"/>
              </a:rPr>
              <a:t>DÜZENLEMEK İÇİN TIKLAYIN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63" name="PlaceHolder 17"/>
          <p:cNvSpPr>
            <a:spLocks noGrp="1"/>
          </p:cNvSpPr>
          <p:nvPr>
            <p:ph type="body"/>
          </p:nvPr>
        </p:nvSpPr>
        <p:spPr>
          <a:xfrm>
            <a:off x="9023040" y="5120280"/>
            <a:ext cx="23302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64" name="PlaceHolder 18"/>
          <p:cNvSpPr>
            <a:spLocks noGrp="1"/>
          </p:cNvSpPr>
          <p:nvPr>
            <p:ph type="dt" idx="35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5" name="PlaceHolder 19"/>
          <p:cNvSpPr>
            <a:spLocks noGrp="1"/>
          </p:cNvSpPr>
          <p:nvPr>
            <p:ph type="ftr" idx="35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6" name="PlaceHolder 20"/>
          <p:cNvSpPr>
            <a:spLocks noGrp="1"/>
          </p:cNvSpPr>
          <p:nvPr>
            <p:ph type="sldNum" idx="35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243156-FAF4-409F-8DF2-BCD62E40A5A8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88" r:id="rId2"/>
  </p:sldLayoutIdLst>
</p:sldMaster>
</file>

<file path=ppt/slideMasters/slideMaster1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PlaceHolder 1"/>
          <p:cNvSpPr>
            <a:spLocks noGrp="1"/>
          </p:cNvSpPr>
          <p:nvPr>
            <p:ph type="title"/>
          </p:nvPr>
        </p:nvSpPr>
        <p:spPr>
          <a:xfrm>
            <a:off x="5477040" y="1671480"/>
            <a:ext cx="5111280" cy="12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6763"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dk1"/>
                </a:solidFill>
                <a:latin typeface="Arial"/>
              </a:rPr>
              <a:t>ASIL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268" name="PlaceHolder 2"/>
          <p:cNvSpPr>
            <a:spLocks noGrp="1"/>
          </p:cNvSpPr>
          <p:nvPr>
            <p:ph type="body"/>
          </p:nvPr>
        </p:nvSpPr>
        <p:spPr>
          <a:xfrm>
            <a:off x="5477040" y="3682440"/>
            <a:ext cx="5111280" cy="15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1269" name="Düz Bağlayıcı 22"/>
          <p:cNvCxnSpPr/>
          <p:nvPr/>
        </p:nvCxnSpPr>
        <p:spPr>
          <a:xfrm flipH="1" flipV="1">
            <a:off x="0" y="876240"/>
            <a:ext cx="4762800" cy="16290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270" name="Düz Bağlayıcı 11"/>
          <p:cNvCxnSpPr/>
          <p:nvPr/>
        </p:nvCxnSpPr>
        <p:spPr>
          <a:xfrm flipH="1" flipV="1">
            <a:off x="2638080" y="0"/>
            <a:ext cx="2124720" cy="51865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271" name="PlaceHolder 3"/>
          <p:cNvSpPr>
            <a:spLocks noGrp="1"/>
          </p:cNvSpPr>
          <p:nvPr>
            <p:ph type="dt" idx="35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2" name="PlaceHolder 4"/>
          <p:cNvSpPr>
            <a:spLocks noGrp="1"/>
          </p:cNvSpPr>
          <p:nvPr>
            <p:ph type="ftr" idx="35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3" name="PlaceHolder 5"/>
          <p:cNvSpPr>
            <a:spLocks noGrp="1"/>
          </p:cNvSpPr>
          <p:nvPr>
            <p:ph type="sldNum" idx="36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8439CD-83EC-46F3-B1A8-0C4EFD1B7002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90" r:id="rId2"/>
  </p:sldLayoutIdLst>
</p:sldMaster>
</file>

<file path=ppt/slideMasters/slideMaster1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4" name="Grafik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488920" y="0"/>
            <a:ext cx="6702840" cy="6857640"/>
          </a:xfrm>
          <a:prstGeom prst="rect">
            <a:avLst/>
          </a:prstGeom>
          <a:ln w="0">
            <a:noFill/>
          </a:ln>
        </p:spPr>
      </p:pic>
      <p:sp>
        <p:nvSpPr>
          <p:cNvPr id="1275" name="PlaceHolder 1"/>
          <p:cNvSpPr>
            <a:spLocks noGrp="1"/>
          </p:cNvSpPr>
          <p:nvPr>
            <p:ph type="title"/>
          </p:nvPr>
        </p:nvSpPr>
        <p:spPr>
          <a:xfrm>
            <a:off x="1333440" y="1020600"/>
            <a:ext cx="31716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7480" lnSpcReduction="10000"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lt1"/>
                </a:solidFill>
                <a:latin typeface="Arial"/>
              </a:rPr>
              <a:t>ANA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276" name="PlaceHolder 2"/>
          <p:cNvSpPr>
            <a:spLocks noGrp="1"/>
          </p:cNvSpPr>
          <p:nvPr>
            <p:ph type="body"/>
          </p:nvPr>
        </p:nvSpPr>
        <p:spPr>
          <a:xfrm>
            <a:off x="1333440" y="2924280"/>
            <a:ext cx="3171600" cy="251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lt1"/>
                </a:solidFill>
                <a:latin typeface="Arial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457200"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lt1"/>
                </a:solidFill>
                <a:latin typeface="Arial"/>
              </a:rPr>
              <a:t>İkinci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914400"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lt1"/>
                </a:solidFill>
                <a:latin typeface="Arial"/>
              </a:rPr>
              <a:t>Üçüncü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1371600"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lt1"/>
                </a:solidFill>
                <a:latin typeface="Arial"/>
              </a:rPr>
              <a:t>Dördüncü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1828800"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lt1"/>
                </a:solidFill>
                <a:latin typeface="Arial"/>
              </a:rPr>
              <a:t>Beşinci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77" name="PlaceHolder 3"/>
          <p:cNvSpPr>
            <a:spLocks noGrp="1"/>
          </p:cNvSpPr>
          <p:nvPr>
            <p:ph type="dt" idx="361"/>
          </p:nvPr>
        </p:nvSpPr>
        <p:spPr>
          <a:xfrm>
            <a:off x="1333440" y="6356520"/>
            <a:ext cx="984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8" name="PlaceHolder 4"/>
          <p:cNvSpPr>
            <a:spLocks noGrp="1"/>
          </p:cNvSpPr>
          <p:nvPr>
            <p:ph type="ftr" idx="362"/>
          </p:nvPr>
        </p:nvSpPr>
        <p:spPr>
          <a:xfrm>
            <a:off x="2669760" y="6356520"/>
            <a:ext cx="248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9" name="PlaceHolder 5"/>
          <p:cNvSpPr>
            <a:spLocks noGrp="1"/>
          </p:cNvSpPr>
          <p:nvPr>
            <p:ph type="sldNum" idx="363"/>
          </p:nvPr>
        </p:nvSpPr>
        <p:spPr>
          <a:xfrm>
            <a:off x="5536440" y="6356520"/>
            <a:ext cx="98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F33C7A-407C-4977-89AF-EC6BDFAA689C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92" r:id="rId4"/>
  </p:sldLayoutIdLst>
</p:sldMaster>
</file>

<file path=ppt/slideMasters/slideMaster1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PlaceHolder 1"/>
          <p:cNvSpPr>
            <a:spLocks noGrp="1"/>
          </p:cNvSpPr>
          <p:nvPr>
            <p:ph type="title"/>
          </p:nvPr>
        </p:nvSpPr>
        <p:spPr>
          <a:xfrm>
            <a:off x="4267080" y="1615680"/>
            <a:ext cx="4179240" cy="152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3200" spc="148" strike="noStrike" cap="all">
                <a:solidFill>
                  <a:schemeClr val="lt1"/>
                </a:solidFill>
                <a:latin typeface="Arial"/>
              </a:rPr>
              <a:t>ANA BAŞLIK STİLİNİ DÜZENLEMEK İÇİN TIKLAYIN</a:t>
            </a:r>
            <a:endParaRPr b="0" lang="en-US" sz="3200" spc="-1" strike="noStrike">
              <a:solidFill>
                <a:schemeClr val="dk1"/>
              </a:solidFill>
              <a:latin typeface="Tenorite"/>
            </a:endParaRPr>
          </a:p>
        </p:txBody>
      </p:sp>
      <p:pic>
        <p:nvPicPr>
          <p:cNvPr id="1283" name="Grafik 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3176640" cy="6857640"/>
          </a:xfrm>
          <a:prstGeom prst="rect">
            <a:avLst/>
          </a:prstGeom>
          <a:ln w="0">
            <a:noFill/>
          </a:ln>
        </p:spPr>
      </p:pic>
      <p:sp>
        <p:nvSpPr>
          <p:cNvPr id="1284" name="PlaceHolder 2"/>
          <p:cNvSpPr>
            <a:spLocks noGrp="1"/>
          </p:cNvSpPr>
          <p:nvPr>
            <p:ph type="dt" idx="364"/>
          </p:nvPr>
        </p:nvSpPr>
        <p:spPr>
          <a:xfrm>
            <a:off x="4267080" y="6356520"/>
            <a:ext cx="17740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5" name="PlaceHolder 3"/>
          <p:cNvSpPr>
            <a:spLocks noGrp="1"/>
          </p:cNvSpPr>
          <p:nvPr>
            <p:ph type="ftr" idx="365"/>
          </p:nvPr>
        </p:nvSpPr>
        <p:spPr>
          <a:xfrm>
            <a:off x="6479640" y="6356520"/>
            <a:ext cx="2661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6" name="PlaceHolder 4"/>
          <p:cNvSpPr>
            <a:spLocks noGrp="1"/>
          </p:cNvSpPr>
          <p:nvPr>
            <p:ph type="sldNum" idx="366"/>
          </p:nvPr>
        </p:nvSpPr>
        <p:spPr>
          <a:xfrm>
            <a:off x="9579600" y="6356520"/>
            <a:ext cx="17740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C09550-3709-4485-832C-62702B80ABCE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94" r:id="rId4"/>
  </p:sldLayoutIdLst>
</p:sldMaster>
</file>

<file path=ppt/slideMasters/slideMaster1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rafi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920" y="0"/>
            <a:ext cx="10077840" cy="6857640"/>
          </a:xfrm>
          <a:custGeom>
            <a:avLst/>
            <a:gdLst>
              <a:gd name="textAreaLeft" fmla="*/ 0 w 10077840"/>
              <a:gd name="textAreaRight" fmla="*/ 10078200 w 1007784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tr-TR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0" name="PlaceHolder 1"/>
          <p:cNvSpPr>
            <a:spLocks noGrp="1"/>
          </p:cNvSpPr>
          <p:nvPr>
            <p:ph type="title"/>
          </p:nvPr>
        </p:nvSpPr>
        <p:spPr>
          <a:xfrm>
            <a:off x="838080" y="5509440"/>
            <a:ext cx="4081680" cy="5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65342"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dk1"/>
                </a:solidFill>
                <a:latin typeface="Arial"/>
              </a:rPr>
              <a:t>BAŞLIĞI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291" name="PlaceHolder 2"/>
          <p:cNvSpPr>
            <a:spLocks noGrp="1"/>
          </p:cNvSpPr>
          <p:nvPr>
            <p:ph type="body"/>
          </p:nvPr>
        </p:nvSpPr>
        <p:spPr>
          <a:xfrm>
            <a:off x="148320" y="1481040"/>
            <a:ext cx="2141280" cy="5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148" strike="noStrike" cap="all">
                <a:solidFill>
                  <a:schemeClr val="dk1"/>
                </a:solidFill>
                <a:latin typeface="Arial"/>
              </a:rPr>
              <a:t>ASIL METİN STİLLERİNİ DÜZENLEMEK İÇİN TIKLAYIN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2" name="PlaceHolder 3"/>
          <p:cNvSpPr>
            <a:spLocks noGrp="1"/>
          </p:cNvSpPr>
          <p:nvPr>
            <p:ph type="body"/>
          </p:nvPr>
        </p:nvSpPr>
        <p:spPr>
          <a:xfrm>
            <a:off x="714240" y="2557440"/>
            <a:ext cx="2141280" cy="5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148" strike="noStrike" cap="all">
                <a:solidFill>
                  <a:schemeClr val="dk1"/>
                </a:solidFill>
                <a:latin typeface="Arial"/>
              </a:rPr>
              <a:t>ASIL METİN STİLLERİNİ DÜZENLEMEK İÇİN TIKLAYIN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3" name="PlaceHolder 4"/>
          <p:cNvSpPr>
            <a:spLocks noGrp="1"/>
          </p:cNvSpPr>
          <p:nvPr>
            <p:ph type="body"/>
          </p:nvPr>
        </p:nvSpPr>
        <p:spPr>
          <a:xfrm>
            <a:off x="1320840" y="3633840"/>
            <a:ext cx="2141280" cy="5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148" strike="noStrike" cap="all">
                <a:solidFill>
                  <a:schemeClr val="dk1"/>
                </a:solidFill>
                <a:latin typeface="Arial"/>
              </a:rPr>
              <a:t>ASIL METİN STİLLERİNİ DÜZENLEMEK İÇİN TIKLAYIN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4" name="PlaceHolder 5"/>
          <p:cNvSpPr>
            <a:spLocks noGrp="1"/>
          </p:cNvSpPr>
          <p:nvPr>
            <p:ph type="body"/>
          </p:nvPr>
        </p:nvSpPr>
        <p:spPr>
          <a:xfrm>
            <a:off x="1905120" y="4710240"/>
            <a:ext cx="2141280" cy="5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148" strike="noStrike" cap="all">
                <a:solidFill>
                  <a:schemeClr val="dk1"/>
                </a:solidFill>
                <a:latin typeface="Arial"/>
              </a:rPr>
              <a:t>ASIL METİN STİLLERİNİ DÜZENLEMEK İÇİN TIKLAYIN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5" name="PlaceHolder 6"/>
          <p:cNvSpPr>
            <a:spLocks noGrp="1"/>
          </p:cNvSpPr>
          <p:nvPr>
            <p:ph type="body"/>
          </p:nvPr>
        </p:nvSpPr>
        <p:spPr>
          <a:xfrm>
            <a:off x="4401360" y="1594440"/>
            <a:ext cx="5538600" cy="101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Ana metin stilini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6" name="PlaceHolder 7"/>
          <p:cNvSpPr>
            <a:spLocks noGrp="1"/>
          </p:cNvSpPr>
          <p:nvPr>
            <p:ph type="body"/>
          </p:nvPr>
        </p:nvSpPr>
        <p:spPr>
          <a:xfrm>
            <a:off x="4986000" y="2673360"/>
            <a:ext cx="5538600" cy="101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Ana metin stilini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7" name="PlaceHolder 8"/>
          <p:cNvSpPr>
            <a:spLocks noGrp="1"/>
          </p:cNvSpPr>
          <p:nvPr>
            <p:ph type="body"/>
          </p:nvPr>
        </p:nvSpPr>
        <p:spPr>
          <a:xfrm>
            <a:off x="5576760" y="3755520"/>
            <a:ext cx="5538600" cy="101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Ana metin stilini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8" name="PlaceHolder 9"/>
          <p:cNvSpPr>
            <a:spLocks noGrp="1"/>
          </p:cNvSpPr>
          <p:nvPr>
            <p:ph type="body"/>
          </p:nvPr>
        </p:nvSpPr>
        <p:spPr>
          <a:xfrm>
            <a:off x="6175440" y="4824360"/>
            <a:ext cx="5538600" cy="101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Ana metin stilini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1299" name="Düz Bağlayıcı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3480" y="5023800"/>
            <a:ext cx="151344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300" name="Düz Bağlayıcı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759840" y="3948120"/>
            <a:ext cx="151344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301" name="Düz Bağlayıcı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173400" y="2872440"/>
            <a:ext cx="151344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302" name="Düz Bağlayıcı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2586240" y="1796040"/>
            <a:ext cx="151344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303" name="PlaceHolder 10"/>
          <p:cNvSpPr>
            <a:spLocks noGrp="1"/>
          </p:cNvSpPr>
          <p:nvPr>
            <p:ph type="dt" idx="36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/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/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4" name="PlaceHolder 11"/>
          <p:cNvSpPr>
            <a:spLocks noGrp="1"/>
          </p:cNvSpPr>
          <p:nvPr>
            <p:ph type="ftr" idx="368"/>
          </p:nvPr>
        </p:nvSpPr>
        <p:spPr>
          <a:xfrm>
            <a:off x="6175440" y="6356520"/>
            <a:ext cx="180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5" name="PlaceHolder 12"/>
          <p:cNvSpPr>
            <a:spLocks noGrp="1"/>
          </p:cNvSpPr>
          <p:nvPr>
            <p:ph type="sldNum" idx="369"/>
          </p:nvPr>
        </p:nvSpPr>
        <p:spPr>
          <a:xfrm>
            <a:off x="10810800" y="6356520"/>
            <a:ext cx="54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FC984C-E7C8-4E8D-A1DD-069236483F87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96" r:id="rId2"/>
  </p:sldLayoutIdLst>
</p:sldMaster>
</file>

<file path=ppt/slideMasters/slideMaster1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/>
          <p:cNvSpPr>
            <a:spLocks noGrp="1"/>
          </p:cNvSpPr>
          <p:nvPr>
            <p:ph type="title"/>
          </p:nvPr>
        </p:nvSpPr>
        <p:spPr>
          <a:xfrm>
            <a:off x="1885320" y="892080"/>
            <a:ext cx="84214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lt1"/>
                </a:solidFill>
                <a:latin typeface="Arial"/>
              </a:rPr>
              <a:t>ANA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307" name="PlaceHolder 2"/>
          <p:cNvSpPr>
            <a:spLocks noGrp="1"/>
          </p:cNvSpPr>
          <p:nvPr>
            <p:ph type="body"/>
          </p:nvPr>
        </p:nvSpPr>
        <p:spPr>
          <a:xfrm>
            <a:off x="1486080" y="2563200"/>
            <a:ext cx="4031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456"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>
                <a:solidFill>
                  <a:schemeClr val="lt1"/>
                </a:solidFill>
                <a:latin typeface="Arial"/>
              </a:rPr>
              <a:t>ALT BAŞLIK EKLEMEK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08" name="PlaceHolder 3"/>
          <p:cNvSpPr>
            <a:spLocks noGrp="1"/>
          </p:cNvSpPr>
          <p:nvPr>
            <p:ph type="body"/>
          </p:nvPr>
        </p:nvSpPr>
        <p:spPr>
          <a:xfrm>
            <a:off x="1485720" y="3070440"/>
            <a:ext cx="4030560" cy="105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lt1"/>
                </a:solidFill>
                <a:latin typeface="Arial"/>
              </a:rPr>
              <a:t>Metin eklemek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09" name="PlaceHolder 4"/>
          <p:cNvSpPr>
            <a:spLocks noGrp="1"/>
          </p:cNvSpPr>
          <p:nvPr>
            <p:ph type="body"/>
          </p:nvPr>
        </p:nvSpPr>
        <p:spPr>
          <a:xfrm>
            <a:off x="6672960" y="2563200"/>
            <a:ext cx="4031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45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>
                <a:solidFill>
                  <a:schemeClr val="lt1"/>
                </a:solidFill>
                <a:latin typeface="Arial"/>
              </a:rPr>
              <a:t>ALT BAŞLIK EKLEMEK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0" name="PlaceHolder 5"/>
          <p:cNvSpPr>
            <a:spLocks noGrp="1"/>
          </p:cNvSpPr>
          <p:nvPr>
            <p:ph type="body"/>
          </p:nvPr>
        </p:nvSpPr>
        <p:spPr>
          <a:xfrm>
            <a:off x="6673320" y="3070440"/>
            <a:ext cx="4030560" cy="105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lt1"/>
                </a:solidFill>
                <a:latin typeface="Arial"/>
              </a:rPr>
              <a:t>Metin eklemek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1" name="PlaceHolder 6"/>
          <p:cNvSpPr>
            <a:spLocks noGrp="1"/>
          </p:cNvSpPr>
          <p:nvPr>
            <p:ph type="body"/>
          </p:nvPr>
        </p:nvSpPr>
        <p:spPr>
          <a:xfrm>
            <a:off x="1485720" y="4319280"/>
            <a:ext cx="4031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45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>
                <a:solidFill>
                  <a:schemeClr val="lt1"/>
                </a:solidFill>
                <a:latin typeface="Arial"/>
              </a:rPr>
              <a:t>ALT BAŞLIK EKLEMEK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2" name="PlaceHolder 7"/>
          <p:cNvSpPr>
            <a:spLocks noGrp="1"/>
          </p:cNvSpPr>
          <p:nvPr>
            <p:ph type="body"/>
          </p:nvPr>
        </p:nvSpPr>
        <p:spPr>
          <a:xfrm>
            <a:off x="1486440" y="4826520"/>
            <a:ext cx="4030560" cy="105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lt1"/>
                </a:solidFill>
                <a:latin typeface="Arial"/>
              </a:rPr>
              <a:t>Metin eklemek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3" name="PlaceHolder 8"/>
          <p:cNvSpPr>
            <a:spLocks noGrp="1"/>
          </p:cNvSpPr>
          <p:nvPr>
            <p:ph type="body"/>
          </p:nvPr>
        </p:nvSpPr>
        <p:spPr>
          <a:xfrm>
            <a:off x="6672600" y="4319280"/>
            <a:ext cx="40316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45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>
                <a:solidFill>
                  <a:schemeClr val="lt1"/>
                </a:solidFill>
                <a:latin typeface="Arial"/>
              </a:rPr>
              <a:t>ALT BAŞLIK EKLEMEK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4" name="PlaceHolder 9"/>
          <p:cNvSpPr>
            <a:spLocks noGrp="1"/>
          </p:cNvSpPr>
          <p:nvPr>
            <p:ph type="body"/>
          </p:nvPr>
        </p:nvSpPr>
        <p:spPr>
          <a:xfrm>
            <a:off x="6673320" y="4826520"/>
            <a:ext cx="4030560" cy="105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lt1"/>
                </a:solidFill>
                <a:latin typeface="Arial"/>
              </a:rPr>
              <a:t>Metin eklemek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5" name="PlaceHolder 10"/>
          <p:cNvSpPr>
            <a:spLocks noGrp="1"/>
          </p:cNvSpPr>
          <p:nvPr>
            <p:ph type="dt" idx="37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6" name="PlaceHolder 11"/>
          <p:cNvSpPr>
            <a:spLocks noGrp="1"/>
          </p:cNvSpPr>
          <p:nvPr>
            <p:ph type="ftr" idx="37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7" name="PlaceHolder 12"/>
          <p:cNvSpPr>
            <a:spLocks noGrp="1"/>
          </p:cNvSpPr>
          <p:nvPr>
            <p:ph type="sldNum" idx="37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A6688B-48F3-42FC-8C8C-5DCA60329C3D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ffffff"/>
              </a:solidFill>
              <a:latin typeface="Times New Roman"/>
            </a:endParaRPr>
          </a:p>
        </p:txBody>
      </p:sp>
      <p:cxnSp>
        <p:nvCxnSpPr>
          <p:cNvPr id="1318" name="Düz Bağlayıcı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688240" y="0"/>
            <a:ext cx="3503880" cy="2352960"/>
          </a:xfrm>
          <a:prstGeom prst="straightConnector1">
            <a:avLst/>
          </a:prstGeom>
          <a:ln>
            <a:solidFill>
              <a:srgbClr val="e9e6df"/>
            </a:solidFill>
          </a:ln>
        </p:spPr>
      </p:cxnSp>
      <p:cxnSp>
        <p:nvCxnSpPr>
          <p:cNvPr id="1319" name="Düz Bağlayıcı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9720720" y="0"/>
            <a:ext cx="2471400" cy="2699280"/>
          </a:xfrm>
          <a:prstGeom prst="straightConnector1">
            <a:avLst/>
          </a:prstGeom>
          <a:ln>
            <a:solidFill>
              <a:srgbClr val="e9e6df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98" r:id="rId2"/>
  </p:sldLayoutIdLst>
</p:sldMaster>
</file>

<file path=ppt/slideMasters/slideMaster1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PlaceHolder 1"/>
          <p:cNvSpPr>
            <a:spLocks noGrp="1"/>
          </p:cNvSpPr>
          <p:nvPr>
            <p:ph type="title"/>
          </p:nvPr>
        </p:nvSpPr>
        <p:spPr>
          <a:xfrm>
            <a:off x="1508760" y="4156560"/>
            <a:ext cx="313920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7839"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dk1"/>
                </a:solidFill>
                <a:latin typeface="Arial"/>
              </a:rPr>
              <a:t>ANA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321" name="PlaceHolder 2"/>
          <p:cNvSpPr>
            <a:spLocks noGrp="1"/>
          </p:cNvSpPr>
          <p:nvPr>
            <p:ph type="body"/>
          </p:nvPr>
        </p:nvSpPr>
        <p:spPr>
          <a:xfrm>
            <a:off x="5922360" y="1530720"/>
            <a:ext cx="5432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>
                <a:solidFill>
                  <a:schemeClr val="dk1"/>
                </a:solidFill>
                <a:latin typeface="Arial"/>
              </a:rPr>
              <a:t>ALT BAŞLIK EKLEMEK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22" name="PlaceHolder 3"/>
          <p:cNvSpPr>
            <a:spLocks noGrp="1"/>
          </p:cNvSpPr>
          <p:nvPr>
            <p:ph type="body"/>
          </p:nvPr>
        </p:nvSpPr>
        <p:spPr>
          <a:xfrm>
            <a:off x="5922000" y="1860120"/>
            <a:ext cx="5431680" cy="55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Arial"/>
              </a:rPr>
              <a:t>Metin eklemek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23" name="PlaceHolder 4"/>
          <p:cNvSpPr>
            <a:spLocks noGrp="1"/>
          </p:cNvSpPr>
          <p:nvPr>
            <p:ph type="body"/>
          </p:nvPr>
        </p:nvSpPr>
        <p:spPr>
          <a:xfrm>
            <a:off x="5922360" y="2630520"/>
            <a:ext cx="5432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>
                <a:solidFill>
                  <a:schemeClr val="dk1"/>
                </a:solidFill>
                <a:latin typeface="Arial"/>
              </a:rPr>
              <a:t>ALT BAŞLIK EKLEMEK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24" name="PlaceHolder 5"/>
          <p:cNvSpPr>
            <a:spLocks noGrp="1"/>
          </p:cNvSpPr>
          <p:nvPr>
            <p:ph type="body"/>
          </p:nvPr>
        </p:nvSpPr>
        <p:spPr>
          <a:xfrm>
            <a:off x="5922000" y="2959920"/>
            <a:ext cx="5431680" cy="55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Arial"/>
              </a:rPr>
              <a:t>Metin eklemek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25" name="PlaceHolder 6"/>
          <p:cNvSpPr>
            <a:spLocks noGrp="1"/>
          </p:cNvSpPr>
          <p:nvPr>
            <p:ph type="body"/>
          </p:nvPr>
        </p:nvSpPr>
        <p:spPr>
          <a:xfrm>
            <a:off x="5922360" y="3730320"/>
            <a:ext cx="5432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>
                <a:solidFill>
                  <a:schemeClr val="dk1"/>
                </a:solidFill>
                <a:latin typeface="Arial"/>
              </a:rPr>
              <a:t>ALT BAŞLIK EKLEMEK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26" name="PlaceHolder 7"/>
          <p:cNvSpPr>
            <a:spLocks noGrp="1"/>
          </p:cNvSpPr>
          <p:nvPr>
            <p:ph type="body"/>
          </p:nvPr>
        </p:nvSpPr>
        <p:spPr>
          <a:xfrm>
            <a:off x="5922000" y="4059720"/>
            <a:ext cx="5431680" cy="55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Arial"/>
              </a:rPr>
              <a:t>Metin eklemek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27" name="PlaceHolder 8"/>
          <p:cNvSpPr>
            <a:spLocks noGrp="1"/>
          </p:cNvSpPr>
          <p:nvPr>
            <p:ph type="body"/>
          </p:nvPr>
        </p:nvSpPr>
        <p:spPr>
          <a:xfrm>
            <a:off x="5920200" y="4830120"/>
            <a:ext cx="5432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>
                <a:solidFill>
                  <a:schemeClr val="dk1"/>
                </a:solidFill>
                <a:latin typeface="Arial"/>
              </a:rPr>
              <a:t>ALT BAŞLIK EKLEMEK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28" name="PlaceHolder 9"/>
          <p:cNvSpPr>
            <a:spLocks noGrp="1"/>
          </p:cNvSpPr>
          <p:nvPr>
            <p:ph type="body"/>
          </p:nvPr>
        </p:nvSpPr>
        <p:spPr>
          <a:xfrm>
            <a:off x="5919840" y="5159520"/>
            <a:ext cx="5431680" cy="55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Arial"/>
              </a:rPr>
              <a:t>Metin eklemek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29" name="PlaceHolder 10"/>
          <p:cNvSpPr>
            <a:spLocks noGrp="1"/>
          </p:cNvSpPr>
          <p:nvPr>
            <p:ph type="dt" idx="373"/>
          </p:nvPr>
        </p:nvSpPr>
        <p:spPr>
          <a:xfrm>
            <a:off x="5919840" y="6356520"/>
            <a:ext cx="947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0" name="PlaceHolder 11"/>
          <p:cNvSpPr>
            <a:spLocks noGrp="1"/>
          </p:cNvSpPr>
          <p:nvPr>
            <p:ph type="ftr" idx="374"/>
          </p:nvPr>
        </p:nvSpPr>
        <p:spPr>
          <a:xfrm>
            <a:off x="7161840" y="6356520"/>
            <a:ext cx="3243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1" name="PlaceHolder 12"/>
          <p:cNvSpPr>
            <a:spLocks noGrp="1"/>
          </p:cNvSpPr>
          <p:nvPr>
            <p:ph type="sldNum" idx="375"/>
          </p:nvPr>
        </p:nvSpPr>
        <p:spPr>
          <a:xfrm>
            <a:off x="10700640" y="6356520"/>
            <a:ext cx="652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667D4D-8111-43A0-8547-F2ABBA2894C5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32" name="Grafik 1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-4680" y="0"/>
            <a:ext cx="4896360" cy="43855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900" r:id="rId4"/>
  </p:sldLayoutIdLst>
</p:sldMaster>
</file>

<file path=ppt/slideMasters/slideMaster1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title"/>
          </p:nvPr>
        </p:nvSpPr>
        <p:spPr>
          <a:xfrm>
            <a:off x="1362240" y="1671480"/>
            <a:ext cx="5111280" cy="120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6763"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dk1"/>
                </a:solidFill>
                <a:latin typeface="Arial"/>
              </a:rPr>
              <a:t>ASIL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334" name="PlaceHolder 2"/>
          <p:cNvSpPr>
            <a:spLocks noGrp="1"/>
          </p:cNvSpPr>
          <p:nvPr>
            <p:ph type="body"/>
          </p:nvPr>
        </p:nvSpPr>
        <p:spPr>
          <a:xfrm>
            <a:off x="1362240" y="3660840"/>
            <a:ext cx="5111280" cy="152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1335" name="Düz Bağlayıcı 13"/>
          <p:cNvCxnSpPr/>
          <p:nvPr/>
        </p:nvCxnSpPr>
        <p:spPr>
          <a:xfrm>
            <a:off x="9096120" y="1496880"/>
            <a:ext cx="3096000" cy="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cxnSp>
        <p:nvCxnSpPr>
          <p:cNvPr id="1336" name="Düz Bağlayıcı 22"/>
          <p:cNvCxnSpPr/>
          <p:nvPr/>
        </p:nvCxnSpPr>
        <p:spPr>
          <a:xfrm flipH="1">
            <a:off x="6953040" y="-25200"/>
            <a:ext cx="3791520" cy="690228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337" name="PlaceHolder 3"/>
          <p:cNvSpPr>
            <a:spLocks noGrp="1"/>
          </p:cNvSpPr>
          <p:nvPr>
            <p:ph type="dt" idx="37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8" name="PlaceHolder 4"/>
          <p:cNvSpPr>
            <a:spLocks noGrp="1"/>
          </p:cNvSpPr>
          <p:nvPr>
            <p:ph type="ftr" idx="377"/>
          </p:nvPr>
        </p:nvSpPr>
        <p:spPr>
          <a:xfrm>
            <a:off x="5224320" y="6356520"/>
            <a:ext cx="1742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9" name="PlaceHolder 5"/>
          <p:cNvSpPr>
            <a:spLocks noGrp="1"/>
          </p:cNvSpPr>
          <p:nvPr>
            <p:ph type="sldNum" idx="37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C45D4C-19AF-4183-9A31-A070C3C77759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02" r:id="rId2"/>
  </p:sldLayoutIdLst>
</p:sldMaster>
</file>

<file path=ppt/slideMasters/slideMaster1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title"/>
          </p:nvPr>
        </p:nvSpPr>
        <p:spPr>
          <a:xfrm>
            <a:off x="6991200" y="2571120"/>
            <a:ext cx="4179240" cy="171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3600" spc="148" strike="noStrike" cap="all">
                <a:solidFill>
                  <a:schemeClr val="lt1"/>
                </a:solidFill>
                <a:latin typeface="Arial"/>
              </a:rPr>
              <a:t>ANA BAŞLIK STİLİNİ DÜZENLEMEK İÇİN TIKLAYIN</a:t>
            </a:r>
            <a:endParaRPr b="0" lang="en-US" sz="3600" spc="-1" strike="noStrike">
              <a:solidFill>
                <a:schemeClr val="dk1"/>
              </a:solidFill>
              <a:latin typeface="Tenorite"/>
            </a:endParaRPr>
          </a:p>
        </p:txBody>
      </p:sp>
      <p:pic>
        <p:nvPicPr>
          <p:cNvPr id="1341" name="Grafik 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828720"/>
            <a:ext cx="5876640" cy="52002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904" r:id="rId4"/>
  </p:sldLayoutIdLst>
</p:sldMaster>
</file>

<file path=ppt/slideMasters/slideMaster1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2" name="Grafik 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5581440" cy="6857640"/>
          </a:xfrm>
          <a:prstGeom prst="rect">
            <a:avLst/>
          </a:prstGeom>
          <a:ln w="0">
            <a:noFill/>
          </a:ln>
        </p:spPr>
      </p:pic>
      <p:sp>
        <p:nvSpPr>
          <p:cNvPr id="1343" name="PlaceHolder 1"/>
          <p:cNvSpPr>
            <a:spLocks noGrp="1"/>
          </p:cNvSpPr>
          <p:nvPr>
            <p:ph type="title"/>
          </p:nvPr>
        </p:nvSpPr>
        <p:spPr>
          <a:xfrm>
            <a:off x="5920200" y="1152720"/>
            <a:ext cx="5431680" cy="84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763"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dk1"/>
                </a:solidFill>
                <a:latin typeface="Arial"/>
              </a:rPr>
              <a:t>ANA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cxnSp>
        <p:nvCxnSpPr>
          <p:cNvPr id="1344" name="Düz Bağlayıcı 8"/>
          <p:cNvCxnSpPr/>
          <p:nvPr/>
        </p:nvCxnSpPr>
        <p:spPr>
          <a:xfrm flipV="1">
            <a:off x="2209680" y="0"/>
            <a:ext cx="2438640" cy="6858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345" name="PlaceHolder 2"/>
          <p:cNvSpPr>
            <a:spLocks noGrp="1"/>
          </p:cNvSpPr>
          <p:nvPr>
            <p:ph type="body"/>
          </p:nvPr>
        </p:nvSpPr>
        <p:spPr>
          <a:xfrm>
            <a:off x="5922360" y="2469600"/>
            <a:ext cx="5432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 cap="all">
                <a:solidFill>
                  <a:schemeClr val="dk1"/>
                </a:solidFill>
                <a:latin typeface="Arial"/>
              </a:rPr>
              <a:t>ALT BAŞLIK EKLEMEK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46" name="PlaceHolder 3"/>
          <p:cNvSpPr>
            <a:spLocks noGrp="1"/>
          </p:cNvSpPr>
          <p:nvPr>
            <p:ph type="body"/>
          </p:nvPr>
        </p:nvSpPr>
        <p:spPr>
          <a:xfrm>
            <a:off x="5922000" y="2799000"/>
            <a:ext cx="5431680" cy="55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Arial"/>
              </a:rPr>
              <a:t>Metin eklemek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47" name="PlaceHolder 4"/>
          <p:cNvSpPr>
            <a:spLocks noGrp="1"/>
          </p:cNvSpPr>
          <p:nvPr>
            <p:ph type="body"/>
          </p:nvPr>
        </p:nvSpPr>
        <p:spPr>
          <a:xfrm>
            <a:off x="5922360" y="3569400"/>
            <a:ext cx="5432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 cap="all">
                <a:solidFill>
                  <a:schemeClr val="dk1"/>
                </a:solidFill>
                <a:latin typeface="Arial"/>
              </a:rPr>
              <a:t>ALT BAŞLIK EKLEMEK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48" name="PlaceHolder 5"/>
          <p:cNvSpPr>
            <a:spLocks noGrp="1"/>
          </p:cNvSpPr>
          <p:nvPr>
            <p:ph type="body"/>
          </p:nvPr>
        </p:nvSpPr>
        <p:spPr>
          <a:xfrm>
            <a:off x="5922000" y="3898800"/>
            <a:ext cx="5431680" cy="55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Arial"/>
              </a:rPr>
              <a:t>Metin eklemek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49" name="PlaceHolder 6"/>
          <p:cNvSpPr>
            <a:spLocks noGrp="1"/>
          </p:cNvSpPr>
          <p:nvPr>
            <p:ph type="body"/>
          </p:nvPr>
        </p:nvSpPr>
        <p:spPr>
          <a:xfrm>
            <a:off x="5922360" y="4669200"/>
            <a:ext cx="5432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 cap="all">
                <a:solidFill>
                  <a:schemeClr val="dk1"/>
                </a:solidFill>
                <a:latin typeface="Arial"/>
              </a:rPr>
              <a:t>ALT BAŞLIK EKLEMEK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50" name="PlaceHolder 7"/>
          <p:cNvSpPr>
            <a:spLocks noGrp="1"/>
          </p:cNvSpPr>
          <p:nvPr>
            <p:ph type="body"/>
          </p:nvPr>
        </p:nvSpPr>
        <p:spPr>
          <a:xfrm>
            <a:off x="5922000" y="4998600"/>
            <a:ext cx="5431680" cy="55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>
                <a:solidFill>
                  <a:schemeClr val="dk1"/>
                </a:solidFill>
                <a:latin typeface="Arial"/>
              </a:rPr>
              <a:t>Metin eklemek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51" name="PlaceHolder 8"/>
          <p:cNvSpPr>
            <a:spLocks noGrp="1"/>
          </p:cNvSpPr>
          <p:nvPr>
            <p:ph type="dt" idx="379"/>
          </p:nvPr>
        </p:nvSpPr>
        <p:spPr>
          <a:xfrm>
            <a:off x="5919840" y="6356520"/>
            <a:ext cx="9471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2" name="PlaceHolder 9"/>
          <p:cNvSpPr>
            <a:spLocks noGrp="1"/>
          </p:cNvSpPr>
          <p:nvPr>
            <p:ph type="ftr" idx="380"/>
          </p:nvPr>
        </p:nvSpPr>
        <p:spPr>
          <a:xfrm>
            <a:off x="7161840" y="6356520"/>
            <a:ext cx="3243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3" name="PlaceHolder 10"/>
          <p:cNvSpPr>
            <a:spLocks noGrp="1"/>
          </p:cNvSpPr>
          <p:nvPr>
            <p:ph type="sldNum" idx="381"/>
          </p:nvPr>
        </p:nvSpPr>
        <p:spPr>
          <a:xfrm>
            <a:off x="10700640" y="6356520"/>
            <a:ext cx="6526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29F1C1-988C-4DF0-846D-A1ABBFB70FB6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06" r:id="rId4"/>
  </p:sldLayoutIdLst>
</p:sldMaster>
</file>

<file path=ppt/slideMasters/slideMaster1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PlaceHolder 1"/>
          <p:cNvSpPr>
            <a:spLocks noGrp="1"/>
          </p:cNvSpPr>
          <p:nvPr>
            <p:ph type="title"/>
          </p:nvPr>
        </p:nvSpPr>
        <p:spPr>
          <a:xfrm>
            <a:off x="1885320" y="892080"/>
            <a:ext cx="84214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800" spc="148" strike="noStrike" cap="all">
                <a:solidFill>
                  <a:schemeClr val="dk1"/>
                </a:solidFill>
                <a:latin typeface="Arial"/>
              </a:rPr>
              <a:t>ASIL BAŞLIK STİLİNİ DÜZENLEMEK İÇİN TIKLAYIN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355" name="PlaceHolder 2"/>
          <p:cNvSpPr>
            <a:spLocks noGrp="1"/>
          </p:cNvSpPr>
          <p:nvPr>
            <p:ph type="body"/>
          </p:nvPr>
        </p:nvSpPr>
        <p:spPr>
          <a:xfrm>
            <a:off x="1243080" y="2777040"/>
            <a:ext cx="28821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 cap="all">
                <a:solidFill>
                  <a:schemeClr val="dk1"/>
                </a:solidFill>
                <a:latin typeface="Arial"/>
              </a:rPr>
              <a:t>ANA METNİ DÜZENLEMEK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56" name="PlaceHolder 3"/>
          <p:cNvSpPr>
            <a:spLocks noGrp="1"/>
          </p:cNvSpPr>
          <p:nvPr>
            <p:ph type="body"/>
          </p:nvPr>
        </p:nvSpPr>
        <p:spPr>
          <a:xfrm>
            <a:off x="1243080" y="3834720"/>
            <a:ext cx="2882160" cy="199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7835" lnSpcReduction="10000"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İkinci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9144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Üçüncü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13716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Dördüncü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18288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Beşinci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57" name="PlaceHolder 4"/>
          <p:cNvSpPr>
            <a:spLocks noGrp="1"/>
          </p:cNvSpPr>
          <p:nvPr>
            <p:ph type="body"/>
          </p:nvPr>
        </p:nvSpPr>
        <p:spPr>
          <a:xfrm>
            <a:off x="4647600" y="2777040"/>
            <a:ext cx="289620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 cap="all">
                <a:solidFill>
                  <a:schemeClr val="dk1"/>
                </a:solidFill>
                <a:latin typeface="Arial"/>
              </a:rPr>
              <a:t>ANA METNİ DÜZENLEMEK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58" name="PlaceHolder 5"/>
          <p:cNvSpPr>
            <a:spLocks noGrp="1"/>
          </p:cNvSpPr>
          <p:nvPr>
            <p:ph type="body"/>
          </p:nvPr>
        </p:nvSpPr>
        <p:spPr>
          <a:xfrm>
            <a:off x="4647600" y="3834720"/>
            <a:ext cx="2896200" cy="199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7835" lnSpcReduction="10000"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İkinci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9144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Üçüncü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13716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Dördüncü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18288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Beşinci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1359" name="Düz Bağlayıcı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0"/>
            <a:ext cx="1238400" cy="3105360"/>
          </a:xfrm>
          <a:prstGeom prst="straightConnector1">
            <a:avLst/>
          </a:prstGeom>
          <a:ln w="3175">
            <a:solidFill>
              <a:srgbClr val="000000"/>
            </a:solidFill>
          </a:ln>
        </p:spPr>
      </p:cxnSp>
      <p:cxnSp>
        <p:nvCxnSpPr>
          <p:cNvPr id="1360" name="Düz Bağlayıcı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0" y="0"/>
            <a:ext cx="2238480" cy="247680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361" name="PlaceHolder 6"/>
          <p:cNvSpPr>
            <a:spLocks noGrp="1"/>
          </p:cNvSpPr>
          <p:nvPr>
            <p:ph type="body"/>
          </p:nvPr>
        </p:nvSpPr>
        <p:spPr>
          <a:xfrm>
            <a:off x="8066520" y="2777040"/>
            <a:ext cx="28821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148" strike="noStrike" cap="all">
                <a:solidFill>
                  <a:schemeClr val="dk1"/>
                </a:solidFill>
                <a:latin typeface="Arial"/>
              </a:rPr>
              <a:t>ANA METNİ DÜZENLEMEK İÇİN TIKLAYIN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62" name="PlaceHolder 7"/>
          <p:cNvSpPr>
            <a:spLocks noGrp="1"/>
          </p:cNvSpPr>
          <p:nvPr>
            <p:ph type="body"/>
          </p:nvPr>
        </p:nvSpPr>
        <p:spPr>
          <a:xfrm>
            <a:off x="8066520" y="3834720"/>
            <a:ext cx="2882160" cy="199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7835" lnSpcReduction="10000"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Asıl metin stillerini düzenlemek için tıklayın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İkinci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9144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Üçüncü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13716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Dördüncü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  <a:p>
            <a:pPr marL="18288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tr-TR" sz="1400" spc="49" strike="noStrike">
                <a:solidFill>
                  <a:schemeClr val="dk1"/>
                </a:solidFill>
                <a:latin typeface="Arial"/>
              </a:rPr>
              <a:t>Beşinci düzey</a:t>
            </a:r>
            <a:endParaRPr b="0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63" name="PlaceHolder 8"/>
          <p:cNvSpPr>
            <a:spLocks noGrp="1"/>
          </p:cNvSpPr>
          <p:nvPr>
            <p:ph type="dt" idx="38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4" name="PlaceHolder 9"/>
          <p:cNvSpPr>
            <a:spLocks noGrp="1"/>
          </p:cNvSpPr>
          <p:nvPr>
            <p:ph type="ftr" idx="38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&lt;footer&gt;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5" name="PlaceHolder 10"/>
          <p:cNvSpPr>
            <a:spLocks noGrp="1"/>
          </p:cNvSpPr>
          <p:nvPr>
            <p:ph type="sldNum" idx="38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9EE8F7-9FD1-493E-BA82-496F9B398CF6}" type="slidenum">
              <a:rPr b="0" lang="tr-TR" sz="9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08" r:id="rId2"/>
  </p:sldLayoutIdLst>
</p:sldMaster>
</file>

<file path=ppt/slideMasters/slideMaster1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1360" cy="164556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rIns="274320" tIns="182880" bIns="182880" anchor="ctr" anchorCtr="1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800" spc="199" strike="noStrike" cap="all">
                <a:solidFill>
                  <a:srgbClr val="262626"/>
                </a:solidFill>
                <a:latin typeface="Cambria"/>
              </a:rPr>
              <a:t>Click to edit Master title style</a:t>
            </a:r>
            <a:endParaRPr b="0" lang="en-US" sz="3800" spc="-1" strike="noStrike">
              <a:solidFill>
                <a:schemeClr val="dk1"/>
              </a:solidFill>
              <a:latin typeface="Cambria"/>
            </a:endParaRPr>
          </a:p>
        </p:txBody>
      </p:sp>
      <p:sp>
        <p:nvSpPr>
          <p:cNvPr id="1367" name="PlaceHolder 2"/>
          <p:cNvSpPr>
            <a:spLocks noGrp="1"/>
          </p:cNvSpPr>
          <p:nvPr>
            <p:ph type="dt" idx="385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8" name="PlaceHolder 3"/>
          <p:cNvSpPr>
            <a:spLocks noGrp="1"/>
          </p:cNvSpPr>
          <p:nvPr>
            <p:ph type="ftr" idx="386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9" name="PlaceHolder 4"/>
          <p:cNvSpPr>
            <a:spLocks noGrp="1"/>
          </p:cNvSpPr>
          <p:nvPr>
            <p:ph type="sldNum" idx="387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Cambr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8D3BE827-4E52-4779-A016-99E1A5163BAF}" type="slidenum">
              <a:rPr b="0" lang="en-US" sz="1100" spc="-1" strike="noStrike">
                <a:solidFill>
                  <a:srgbClr val="ffffff"/>
                </a:solidFill>
                <a:latin typeface="Cambria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10" r:id="rId2"/>
  </p:sldLayoutIdLst>
</p:sldMaster>
</file>

<file path=ppt/slideMasters/slideMaster1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2800" spc="199" strike="noStrike" cap="all">
                <a:solidFill>
                  <a:srgbClr val="262626"/>
                </a:solidFill>
                <a:latin typeface="Cambria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Cambria"/>
            </a:endParaRPr>
          </a:p>
        </p:txBody>
      </p:sp>
      <p:sp>
        <p:nvSpPr>
          <p:cNvPr id="1373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Second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Third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Fourth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Fifth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</p:txBody>
      </p:sp>
      <p:sp>
        <p:nvSpPr>
          <p:cNvPr id="1374" name="PlaceHolder 3"/>
          <p:cNvSpPr>
            <a:spLocks noGrp="1"/>
          </p:cNvSpPr>
          <p:nvPr>
            <p:ph type="dt" idx="388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5" name="PlaceHolder 4"/>
          <p:cNvSpPr>
            <a:spLocks noGrp="1"/>
          </p:cNvSpPr>
          <p:nvPr>
            <p:ph type="ftr" idx="389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6" name="PlaceHolder 5"/>
          <p:cNvSpPr>
            <a:spLocks noGrp="1"/>
          </p:cNvSpPr>
          <p:nvPr>
            <p:ph type="sldNum" idx="390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Cambr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00A63FD4-700F-450D-A2F2-92941E682D09}" type="slidenum">
              <a:rPr b="0" lang="en-US" sz="1100" spc="-1" strike="noStrike">
                <a:solidFill>
                  <a:srgbClr val="ffffff"/>
                </a:solidFill>
                <a:latin typeface="Cambria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12" r:id="rId2"/>
  </p:sldLayoutIdLst>
</p:sldMaster>
</file>

<file path=ppt/slideMasters/slideMaster1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PlaceHolder 1"/>
          <p:cNvSpPr>
            <a:spLocks noGrp="1"/>
          </p:cNvSpPr>
          <p:nvPr>
            <p:ph type="title"/>
          </p:nvPr>
        </p:nvSpPr>
        <p:spPr>
          <a:xfrm>
            <a:off x="8652960" y="937440"/>
            <a:ext cx="1298160" cy="498312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 vert="eaVert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2800" spc="199" strike="noStrike" cap="all">
                <a:solidFill>
                  <a:srgbClr val="262626"/>
                </a:solidFill>
                <a:latin typeface="Cambria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Cambria"/>
            </a:endParaRPr>
          </a:p>
        </p:txBody>
      </p:sp>
      <p:sp>
        <p:nvSpPr>
          <p:cNvPr id="1378" name="PlaceHolder 2"/>
          <p:cNvSpPr>
            <a:spLocks noGrp="1"/>
          </p:cNvSpPr>
          <p:nvPr>
            <p:ph type="body"/>
          </p:nvPr>
        </p:nvSpPr>
        <p:spPr>
          <a:xfrm>
            <a:off x="2231280" y="937440"/>
            <a:ext cx="6198120" cy="498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Second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Third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Fourth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Fifth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</p:txBody>
      </p:sp>
      <p:sp>
        <p:nvSpPr>
          <p:cNvPr id="1379" name="PlaceHolder 3"/>
          <p:cNvSpPr>
            <a:spLocks noGrp="1"/>
          </p:cNvSpPr>
          <p:nvPr>
            <p:ph type="dt" idx="391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0" name="PlaceHolder 4"/>
          <p:cNvSpPr>
            <a:spLocks noGrp="1"/>
          </p:cNvSpPr>
          <p:nvPr>
            <p:ph type="ftr" idx="392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1" name="PlaceHolder 5"/>
          <p:cNvSpPr>
            <a:spLocks noGrp="1"/>
          </p:cNvSpPr>
          <p:nvPr>
            <p:ph type="sldNum" idx="393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Cambr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BA6E7E57-4097-4E73-81C5-D67C04FB1370}" type="slidenum">
              <a:rPr b="0" lang="en-US" sz="1100" spc="-1" strike="noStrike">
                <a:solidFill>
                  <a:srgbClr val="ffffff"/>
                </a:solidFill>
                <a:latin typeface="Cambria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14" r:id="rId2"/>
  </p:sldLayoutIdLst>
</p:sldMaster>
</file>

<file path=ppt/slideMasters/slideMaster1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2800" spc="199" strike="noStrike" cap="all">
                <a:solidFill>
                  <a:srgbClr val="262626"/>
                </a:solidFill>
                <a:latin typeface="Cambria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Cambria"/>
            </a:endParaRPr>
          </a:p>
        </p:txBody>
      </p:sp>
      <p:sp>
        <p:nvSpPr>
          <p:cNvPr id="1383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9200" cy="310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Second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Third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Fourth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Fifth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</p:txBody>
      </p:sp>
      <p:sp>
        <p:nvSpPr>
          <p:cNvPr id="1384" name="PlaceHolder 3"/>
          <p:cNvSpPr>
            <a:spLocks noGrp="1"/>
          </p:cNvSpPr>
          <p:nvPr>
            <p:ph type="dt" idx="394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5" name="PlaceHolder 4"/>
          <p:cNvSpPr>
            <a:spLocks noGrp="1"/>
          </p:cNvSpPr>
          <p:nvPr>
            <p:ph type="ftr" idx="395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6" name="PlaceHolder 5"/>
          <p:cNvSpPr>
            <a:spLocks noGrp="1"/>
          </p:cNvSpPr>
          <p:nvPr>
            <p:ph type="sldNum" idx="396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Cambr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2948FED3-0233-4EA0-93F4-1EEA1E6141E9}" type="slidenum">
              <a:rPr b="0" lang="en-US" sz="1100" spc="-1" strike="noStrike">
                <a:solidFill>
                  <a:srgbClr val="ffffff"/>
                </a:solidFill>
                <a:latin typeface="Cambria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16" r:id="rId2"/>
  </p:sldLayoutIdLst>
</p:sldMaster>
</file>

<file path=ppt/slideMasters/slideMaster1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1360" cy="164556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rIns="274320" tIns="182880" bIns="182880" anchor="ctr" anchorCtr="1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3800" spc="199" strike="noStrike" cap="all">
                <a:solidFill>
                  <a:srgbClr val="262626"/>
                </a:solidFill>
                <a:latin typeface="Cambria"/>
              </a:rPr>
              <a:t>Click to edit Master title style</a:t>
            </a:r>
            <a:endParaRPr b="0" lang="en-US" sz="3800" spc="-1" strike="noStrike">
              <a:solidFill>
                <a:schemeClr val="dk1"/>
              </a:solidFill>
              <a:latin typeface="Cambria"/>
            </a:endParaRPr>
          </a:p>
        </p:txBody>
      </p:sp>
      <p:sp>
        <p:nvSpPr>
          <p:cNvPr id="1390" name="PlaceHolder 2"/>
          <p:cNvSpPr>
            <a:spLocks noGrp="1"/>
          </p:cNvSpPr>
          <p:nvPr>
            <p:ph type="body"/>
          </p:nvPr>
        </p:nvSpPr>
        <p:spPr>
          <a:xfrm>
            <a:off x="2695320" y="4352400"/>
            <a:ext cx="6801120" cy="12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mbria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</p:txBody>
      </p:sp>
      <p:sp>
        <p:nvSpPr>
          <p:cNvPr id="1391" name="PlaceHolder 3"/>
          <p:cNvSpPr>
            <a:spLocks noGrp="1"/>
          </p:cNvSpPr>
          <p:nvPr>
            <p:ph type="dt" idx="397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2" name="PlaceHolder 4"/>
          <p:cNvSpPr>
            <a:spLocks noGrp="1"/>
          </p:cNvSpPr>
          <p:nvPr>
            <p:ph type="ftr" idx="398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3" name="PlaceHolder 5"/>
          <p:cNvSpPr>
            <a:spLocks noGrp="1"/>
          </p:cNvSpPr>
          <p:nvPr>
            <p:ph type="sldNum" idx="399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Cambr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7D39FBAB-9DAD-4061-B70E-26CC7DB14435}" type="slidenum">
              <a:rPr b="0" lang="en-US" sz="1100" spc="-1" strike="noStrike">
                <a:solidFill>
                  <a:srgbClr val="ffffff"/>
                </a:solidFill>
                <a:latin typeface="Cambria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18" r:id="rId2"/>
  </p:sldLayoutIdLst>
</p:sldMaster>
</file>

<file path=ppt/slideMasters/slideMaster1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2800" spc="199" strike="noStrike" cap="all">
                <a:solidFill>
                  <a:srgbClr val="262626"/>
                </a:solidFill>
                <a:latin typeface="Cambria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Cambria"/>
            </a:endParaRPr>
          </a:p>
        </p:txBody>
      </p:sp>
      <p:sp>
        <p:nvSpPr>
          <p:cNvPr id="1395" name="PlaceHolder 2"/>
          <p:cNvSpPr>
            <a:spLocks noGrp="1"/>
          </p:cNvSpPr>
          <p:nvPr>
            <p:ph type="body"/>
          </p:nvPr>
        </p:nvSpPr>
        <p:spPr>
          <a:xfrm>
            <a:off x="1581840" y="2638080"/>
            <a:ext cx="4271400" cy="310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Second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Third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Fourth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Fifth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</p:txBody>
      </p:sp>
      <p:sp>
        <p:nvSpPr>
          <p:cNvPr id="1396" name="PlaceHolder 3"/>
          <p:cNvSpPr>
            <a:spLocks noGrp="1"/>
          </p:cNvSpPr>
          <p:nvPr>
            <p:ph type="body"/>
          </p:nvPr>
        </p:nvSpPr>
        <p:spPr>
          <a:xfrm>
            <a:off x="6338160" y="2638080"/>
            <a:ext cx="4269960" cy="310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Second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Third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Fourth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Fifth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</p:txBody>
      </p:sp>
      <p:sp>
        <p:nvSpPr>
          <p:cNvPr id="1397" name="PlaceHolder 4"/>
          <p:cNvSpPr>
            <a:spLocks noGrp="1"/>
          </p:cNvSpPr>
          <p:nvPr>
            <p:ph type="dt" idx="400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8" name="PlaceHolder 5"/>
          <p:cNvSpPr>
            <a:spLocks noGrp="1"/>
          </p:cNvSpPr>
          <p:nvPr>
            <p:ph type="ftr" idx="401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9" name="PlaceHolder 6"/>
          <p:cNvSpPr>
            <a:spLocks noGrp="1"/>
          </p:cNvSpPr>
          <p:nvPr>
            <p:ph type="sldNum" idx="402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Cambr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9AB6A406-9EA9-4858-B879-9CDCDC55B738}" type="slidenum">
              <a:rPr b="0" lang="en-US" sz="1100" spc="-1" strike="noStrike">
                <a:solidFill>
                  <a:srgbClr val="ffffff"/>
                </a:solidFill>
                <a:latin typeface="Cambria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20" r:id="rId2"/>
  </p:sldLayoutIdLst>
</p:sldMaster>
</file>

<file path=ppt/slideMasters/slideMaster1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PlaceHolder 1"/>
          <p:cNvSpPr>
            <a:spLocks noGrp="1"/>
          </p:cNvSpPr>
          <p:nvPr>
            <p:ph type="body"/>
          </p:nvPr>
        </p:nvSpPr>
        <p:spPr>
          <a:xfrm>
            <a:off x="1583280" y="2313360"/>
            <a:ext cx="4269960" cy="70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anchorCtr="1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97" strike="noStrike" cap="all">
                <a:solidFill>
                  <a:schemeClr val="accent2">
                    <a:lumMod val="75000"/>
                  </a:schemeClr>
                </a:solidFill>
                <a:latin typeface="Cambria"/>
              </a:rPr>
              <a:t>Click to edit Master text styles</a:t>
            </a:r>
            <a:endParaRPr b="0" lang="en-US" sz="19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</p:txBody>
      </p:sp>
      <p:sp>
        <p:nvSpPr>
          <p:cNvPr id="1404" name="PlaceHolder 2"/>
          <p:cNvSpPr>
            <a:spLocks noGrp="1"/>
          </p:cNvSpPr>
          <p:nvPr>
            <p:ph type="body"/>
          </p:nvPr>
        </p:nvSpPr>
        <p:spPr>
          <a:xfrm>
            <a:off x="1583280" y="3143160"/>
            <a:ext cx="4269960" cy="259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Second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Third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Fourth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Fifth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</p:txBody>
      </p:sp>
      <p:sp>
        <p:nvSpPr>
          <p:cNvPr id="1405" name="PlaceHolder 3"/>
          <p:cNvSpPr>
            <a:spLocks noGrp="1"/>
          </p:cNvSpPr>
          <p:nvPr>
            <p:ph type="body"/>
          </p:nvPr>
        </p:nvSpPr>
        <p:spPr>
          <a:xfrm>
            <a:off x="6338160" y="3143160"/>
            <a:ext cx="4253040" cy="259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Second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Third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Fourth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mbria"/>
              </a:rPr>
              <a:t>Fifth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</p:txBody>
      </p:sp>
      <p:sp>
        <p:nvSpPr>
          <p:cNvPr id="1406" name="PlaceHolder 4"/>
          <p:cNvSpPr>
            <a:spLocks noGrp="1"/>
          </p:cNvSpPr>
          <p:nvPr>
            <p:ph type="body"/>
          </p:nvPr>
        </p:nvSpPr>
        <p:spPr>
          <a:xfrm>
            <a:off x="6338160" y="2313360"/>
            <a:ext cx="4269960" cy="70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anchorCtr="1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97" strike="noStrike" cap="all">
                <a:solidFill>
                  <a:schemeClr val="accent2">
                    <a:lumMod val="75000"/>
                  </a:schemeClr>
                </a:solidFill>
                <a:latin typeface="Cambria"/>
              </a:rPr>
              <a:t>Click to edit Master text styles</a:t>
            </a:r>
            <a:endParaRPr b="0" lang="en-US" sz="19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</p:txBody>
      </p:sp>
      <p:sp>
        <p:nvSpPr>
          <p:cNvPr id="1407" name="PlaceHolder 5"/>
          <p:cNvSpPr>
            <a:spLocks noGrp="1"/>
          </p:cNvSpPr>
          <p:nvPr>
            <p:ph type="dt" idx="403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8" name="PlaceHolder 6"/>
          <p:cNvSpPr>
            <a:spLocks noGrp="1"/>
          </p:cNvSpPr>
          <p:nvPr>
            <p:ph type="ftr" idx="404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9" name="PlaceHolder 7"/>
          <p:cNvSpPr>
            <a:spLocks noGrp="1"/>
          </p:cNvSpPr>
          <p:nvPr>
            <p:ph type="sldNum" idx="405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Cambr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80155AA2-EC8A-4E89-94C3-438A819BB20E}" type="slidenum">
              <a:rPr b="0" lang="en-US" sz="1100" spc="-1" strike="noStrike">
                <a:solidFill>
                  <a:srgbClr val="ffffff"/>
                </a:solidFill>
                <a:latin typeface="Cambria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0" name="PlaceHolder 8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2800" spc="199" strike="noStrike" cap="all">
                <a:solidFill>
                  <a:srgbClr val="262626"/>
                </a:solidFill>
                <a:latin typeface="Cambria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Cambri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22" r:id="rId2"/>
  </p:sldLayoutIdLst>
</p:sldMaster>
</file>

<file path=ppt/slideMasters/slideMaster1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2800" spc="199" strike="noStrike" cap="all">
                <a:solidFill>
                  <a:srgbClr val="262626"/>
                </a:solidFill>
                <a:latin typeface="Cambria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Cambria"/>
            </a:endParaRPr>
          </a:p>
        </p:txBody>
      </p:sp>
      <p:sp>
        <p:nvSpPr>
          <p:cNvPr id="1412" name="PlaceHolder 2"/>
          <p:cNvSpPr>
            <a:spLocks noGrp="1"/>
          </p:cNvSpPr>
          <p:nvPr>
            <p:ph type="dt" idx="406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3" name="PlaceHolder 3"/>
          <p:cNvSpPr>
            <a:spLocks noGrp="1"/>
          </p:cNvSpPr>
          <p:nvPr>
            <p:ph type="ftr" idx="407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4" name="PlaceHolder 4"/>
          <p:cNvSpPr>
            <a:spLocks noGrp="1"/>
          </p:cNvSpPr>
          <p:nvPr>
            <p:ph type="sldNum" idx="408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Cambr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5C4DC464-C1ED-4853-8CB1-903A82943CC0}" type="slidenum">
              <a:rPr b="0" lang="en-US" sz="1100" spc="-1" strike="noStrike">
                <a:solidFill>
                  <a:srgbClr val="ffffff"/>
                </a:solidFill>
                <a:latin typeface="Cambria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24" r:id="rId2"/>
  </p:sldLayoutIdLst>
</p:sldMaster>
</file>

<file path=ppt/slideMasters/slideMaster1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PlaceHolder 1"/>
          <p:cNvSpPr>
            <a:spLocks noGrp="1"/>
          </p:cNvSpPr>
          <p:nvPr>
            <p:ph type="dt" idx="409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7" name="PlaceHolder 2"/>
          <p:cNvSpPr>
            <a:spLocks noGrp="1"/>
          </p:cNvSpPr>
          <p:nvPr>
            <p:ph type="ftr" idx="410"/>
          </p:nvPr>
        </p:nvSpPr>
        <p:spPr>
          <a:xfrm>
            <a:off x="1600200" y="6236280"/>
            <a:ext cx="590076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8" name="PlaceHolder 3"/>
          <p:cNvSpPr>
            <a:spLocks noGrp="1"/>
          </p:cNvSpPr>
          <p:nvPr>
            <p:ph type="sldNum" idx="411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Cambr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2AD497C7-104E-4394-9ECE-6F6145F9DD21}" type="slidenum">
              <a:rPr b="0" lang="en-US" sz="1100" spc="-1" strike="noStrike">
                <a:solidFill>
                  <a:srgbClr val="ffffff"/>
                </a:solidFill>
                <a:latin typeface="Cambria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26" r:id="rId2"/>
  </p:sldLayoutIdLst>
</p:sldMaster>
</file>

<file path=ppt/slideMasters/slideMaster1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Rectangle 25"/>
          <p:cNvSpPr/>
          <p:nvPr/>
        </p:nvSpPr>
        <p:spPr>
          <a:xfrm>
            <a:off x="0" y="0"/>
            <a:ext cx="609552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PlaceHolder 1"/>
          <p:cNvSpPr>
            <a:spLocks noGrp="1"/>
          </p:cNvSpPr>
          <p:nvPr>
            <p:ph type="title"/>
          </p:nvPr>
        </p:nvSpPr>
        <p:spPr>
          <a:xfrm>
            <a:off x="804600" y="2243880"/>
            <a:ext cx="4486320" cy="114120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 anchorCtr="1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2200" spc="199" strike="noStrike" cap="all">
                <a:solidFill>
                  <a:srgbClr val="262626"/>
                </a:solidFill>
                <a:latin typeface="Cambria"/>
              </a:rPr>
              <a:t>Click to edit Master title style</a:t>
            </a:r>
            <a:endParaRPr b="0" lang="en-US" sz="2200" spc="-1" strike="noStrike">
              <a:solidFill>
                <a:schemeClr val="dk1"/>
              </a:solidFill>
              <a:latin typeface="Cambria"/>
            </a:endParaRPr>
          </a:p>
        </p:txBody>
      </p:sp>
      <p:sp>
        <p:nvSpPr>
          <p:cNvPr id="1421" name="PlaceHolder 2"/>
          <p:cNvSpPr>
            <a:spLocks noGrp="1"/>
          </p:cNvSpPr>
          <p:nvPr>
            <p:ph type="body"/>
          </p:nvPr>
        </p:nvSpPr>
        <p:spPr>
          <a:xfrm>
            <a:off x="6735960" y="804600"/>
            <a:ext cx="4815360" cy="524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900" spc="-1" strike="noStrike">
                <a:solidFill>
                  <a:schemeClr val="dk1"/>
                </a:solidFill>
                <a:latin typeface="Cambria"/>
              </a:rPr>
              <a:t>Click to edit Master text styles</a:t>
            </a:r>
            <a:endParaRPr b="0" lang="en-US" sz="19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1" marL="4572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mbria"/>
              </a:rPr>
              <a:t>Second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2" marL="6858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mbria"/>
              </a:rPr>
              <a:t>Third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3" marL="9144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mbria"/>
              </a:rPr>
              <a:t>Fourth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  <a:p>
            <a:pPr lvl="4" marL="1143000" indent="-228600" defTabSz="9144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ambria"/>
              </a:rPr>
              <a:t>Fifth level</a:t>
            </a:r>
            <a:endParaRPr b="0" lang="en-US" sz="16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</p:txBody>
      </p:sp>
      <p:sp>
        <p:nvSpPr>
          <p:cNvPr id="1422" name="PlaceHolder 3"/>
          <p:cNvSpPr>
            <a:spLocks noGrp="1"/>
          </p:cNvSpPr>
          <p:nvPr>
            <p:ph type="body"/>
          </p:nvPr>
        </p:nvSpPr>
        <p:spPr>
          <a:xfrm>
            <a:off x="1115640" y="3549960"/>
            <a:ext cx="3794400" cy="219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mbria"/>
              </a:rPr>
              <a:t>Click to edit Master text styles</a:t>
            </a:r>
            <a:endParaRPr b="0" lang="en-US" sz="15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</p:txBody>
      </p:sp>
      <p:sp>
        <p:nvSpPr>
          <p:cNvPr id="1423" name="PlaceHolder 4"/>
          <p:cNvSpPr>
            <a:spLocks noGrp="1"/>
          </p:cNvSpPr>
          <p:nvPr>
            <p:ph type="dt" idx="412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4" name="PlaceHolder 5"/>
          <p:cNvSpPr>
            <a:spLocks noGrp="1"/>
          </p:cNvSpPr>
          <p:nvPr>
            <p:ph type="ftr" idx="413"/>
          </p:nvPr>
        </p:nvSpPr>
        <p:spPr>
          <a:xfrm>
            <a:off x="804600" y="6236280"/>
            <a:ext cx="512460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5" name="PlaceHolder 6"/>
          <p:cNvSpPr>
            <a:spLocks noGrp="1"/>
          </p:cNvSpPr>
          <p:nvPr>
            <p:ph type="sldNum" idx="414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Cambr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BB68A660-4584-45A4-B54E-ACA99D6A4DEE}" type="slidenum">
              <a:rPr b="0" lang="en-US" sz="1100" spc="-1" strike="noStrike">
                <a:solidFill>
                  <a:srgbClr val="ffffff"/>
                </a:solidFill>
                <a:latin typeface="Cambria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28" r:id="rId2"/>
  </p:sldLayoutIdLst>
</p:sldMaster>
</file>

<file path=ppt/slideMasters/slideMaster1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Rectangle 17"/>
          <p:cNvSpPr/>
          <p:nvPr/>
        </p:nvSpPr>
        <p:spPr>
          <a:xfrm>
            <a:off x="0" y="0"/>
            <a:ext cx="609552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PlaceHolder 1"/>
          <p:cNvSpPr>
            <a:spLocks noGrp="1"/>
          </p:cNvSpPr>
          <p:nvPr>
            <p:ph type="title"/>
          </p:nvPr>
        </p:nvSpPr>
        <p:spPr>
          <a:xfrm>
            <a:off x="808560" y="2243880"/>
            <a:ext cx="4494600" cy="1134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 anchorCtr="1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2200" spc="199" strike="noStrike" cap="all">
                <a:solidFill>
                  <a:srgbClr val="262626"/>
                </a:solidFill>
                <a:latin typeface="Cambria"/>
              </a:rPr>
              <a:t>Click to edit Master title style</a:t>
            </a:r>
            <a:endParaRPr b="0" lang="en-US" sz="2200" spc="-1" strike="noStrike">
              <a:solidFill>
                <a:schemeClr val="dk1"/>
              </a:solidFill>
              <a:latin typeface="Cambria"/>
            </a:endParaRPr>
          </a:p>
        </p:txBody>
      </p:sp>
      <p:sp>
        <p:nvSpPr>
          <p:cNvPr id="1428" name="PlaceHolder 2"/>
          <p:cNvSpPr>
            <a:spLocks noGrp="1"/>
          </p:cNvSpPr>
          <p:nvPr>
            <p:ph type="body"/>
          </p:nvPr>
        </p:nvSpPr>
        <p:spPr>
          <a:xfrm>
            <a:off x="6095880" y="0"/>
            <a:ext cx="6101640" cy="6857640"/>
          </a:xfrm>
          <a:prstGeom prst="rect">
            <a:avLst/>
          </a:prstGeom>
          <a:solidFill>
            <a:schemeClr val="lt1">
              <a:lumMod val="75000"/>
            </a:schemeClr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>
                    <a:lumMod val="85000"/>
                    <a:lumOff val="15000"/>
                  </a:schemeClr>
                </a:solidFill>
                <a:latin typeface="Cambria"/>
              </a:rPr>
              <a:t>Click icon to add picture</a:t>
            </a:r>
            <a:endParaRPr b="0" lang="en-US" sz="32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</p:txBody>
      </p:sp>
      <p:sp>
        <p:nvSpPr>
          <p:cNvPr id="1429" name="PlaceHolder 3"/>
          <p:cNvSpPr>
            <a:spLocks noGrp="1"/>
          </p:cNvSpPr>
          <p:nvPr>
            <p:ph type="body"/>
          </p:nvPr>
        </p:nvSpPr>
        <p:spPr>
          <a:xfrm>
            <a:off x="1115640" y="3549960"/>
            <a:ext cx="3794400" cy="219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mbria"/>
              </a:rPr>
              <a:t>Click to edit Master text styles</a:t>
            </a:r>
            <a:endParaRPr b="0" lang="en-US" sz="1500" spc="-1" strike="noStrike">
              <a:solidFill>
                <a:schemeClr val="dk1">
                  <a:lumMod val="85000"/>
                  <a:lumOff val="15000"/>
                </a:schemeClr>
              </a:solidFill>
              <a:latin typeface="Cambria"/>
            </a:endParaRPr>
          </a:p>
        </p:txBody>
      </p:sp>
      <p:sp>
        <p:nvSpPr>
          <p:cNvPr id="1430" name="PlaceHolder 4"/>
          <p:cNvSpPr>
            <a:spLocks noGrp="1"/>
          </p:cNvSpPr>
          <p:nvPr>
            <p:ph type="dt" idx="415"/>
          </p:nvPr>
        </p:nvSpPr>
        <p:spPr>
          <a:xfrm>
            <a:off x="7821360" y="6238800"/>
            <a:ext cx="2753280" cy="3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1050" spc="-1" strike="noStrike">
                <a:solidFill>
                  <a:schemeClr val="dk1">
                    <a:alpha val="70000"/>
                  </a:schemeClr>
                </a:solidFill>
                <a:latin typeface="Cambria"/>
              </a:rPr>
              <a:t>&lt;date/time&gt;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1" name="PlaceHolder 5"/>
          <p:cNvSpPr>
            <a:spLocks noGrp="1"/>
          </p:cNvSpPr>
          <p:nvPr>
            <p:ph type="ftr" idx="416"/>
          </p:nvPr>
        </p:nvSpPr>
        <p:spPr>
          <a:xfrm>
            <a:off x="804600" y="6236280"/>
            <a:ext cx="512460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2" name="PlaceHolder 6"/>
          <p:cNvSpPr>
            <a:spLocks noGrp="1"/>
          </p:cNvSpPr>
          <p:nvPr>
            <p:ph type="sldNum" idx="417"/>
          </p:nvPr>
        </p:nvSpPr>
        <p:spPr>
          <a:xfrm>
            <a:off x="1075896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Cambria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CBF13E19-8ABA-4545-877C-EEFDCDFA0C89}" type="slidenum">
              <a:rPr b="0" lang="en-US" sz="1100" spc="-1" strike="noStrike">
                <a:solidFill>
                  <a:srgbClr val="ffffff"/>
                </a:solidFill>
                <a:latin typeface="Cambria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30" r:id="rId2"/>
  </p:sldLayoutIdLst>
</p:sldMaster>
</file>

<file path=ppt/slideMasters/slideMaster1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434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435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6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7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1438" name="Picture 6" descr="Brickwork-HD-R1a.jpg"/>
          <p:cNvPicPr/>
          <p:nvPr/>
        </p:nvPicPr>
        <p:blipFill>
          <a:blip r:embed="rId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 useBgFill="1">
        <p:nvSpPr>
          <p:cNvPr id="1439" name="Freeform 11"/>
          <p:cNvSpPr/>
          <p:nvPr/>
        </p:nvSpPr>
        <p:spPr>
          <a:xfrm>
            <a:off x="-15840" y="0"/>
            <a:ext cx="11683440" cy="6587640"/>
          </a:xfrm>
          <a:custGeom>
            <a:avLst/>
            <a:gdLst>
              <a:gd name="textAreaLeft" fmla="*/ 0 w 11683440"/>
              <a:gd name="textAreaRight" fmla="*/ 11683800 w 11683440"/>
              <a:gd name="textAreaTop" fmla="*/ 0 h 6587640"/>
              <a:gd name="textAreaBottom" fmla="*/ 6588000 h 6587640"/>
            </a:gdLst>
            <a:ahLst/>
            <a:rect l="textAreaLeft" t="textAreaTop" r="textAreaRight" b="textAreaBottom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algn="tl" blurRad="101520" dir="4384010" dist="152031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0" name="Freeform 13"/>
          <p:cNvSpPr/>
          <p:nvPr/>
        </p:nvSpPr>
        <p:spPr>
          <a:xfrm>
            <a:off x="0" y="4282200"/>
            <a:ext cx="11328840" cy="2028600"/>
          </a:xfrm>
          <a:custGeom>
            <a:avLst/>
            <a:gdLst>
              <a:gd name="textAreaLeft" fmla="*/ 0 w 11328840"/>
              <a:gd name="textAreaRight" fmla="*/ 11329200 w 11328840"/>
              <a:gd name="textAreaTop" fmla="*/ 0 h 2028600"/>
              <a:gd name="textAreaBottom" fmla="*/ 2028960 h 2028600"/>
            </a:gdLst>
            <a:ahLst/>
            <a:rect l="textAreaLeft" t="textAreaTop" r="textAreaRight" b="textAreaBottom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rotWithShape="0">
            <a:gsLst>
              <a:gs pos="34000">
                <a:srgbClr val="b80e0f"/>
              </a:gs>
              <a:gs pos="100000">
                <a:srgbClr val="5c070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" name="Freeform 25"/>
          <p:cNvSpPr/>
          <p:nvPr/>
        </p:nvSpPr>
        <p:spPr>
          <a:xfrm>
            <a:off x="0" y="0"/>
            <a:ext cx="8719200" cy="456480"/>
          </a:xfrm>
          <a:custGeom>
            <a:avLst/>
            <a:gdLst>
              <a:gd name="textAreaLeft" fmla="*/ 0 w 8719200"/>
              <a:gd name="textAreaRight" fmla="*/ 8719560 w 8719200"/>
              <a:gd name="textAreaTop" fmla="*/ 0 h 456480"/>
              <a:gd name="textAreaBottom" fmla="*/ 456840 h 456480"/>
            </a:gdLst>
            <a:ahLst/>
            <a:rect l="textAreaLeft" t="textAreaTop" r="textAreaRight" b="textAreaBottom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34000">
                <a:srgbClr val="b80e0f"/>
              </a:gs>
              <a:gs pos="100000">
                <a:srgbClr val="5c0707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Freeform 14"/>
          <p:cNvSpPr/>
          <p:nvPr/>
        </p:nvSpPr>
        <p:spPr>
          <a:xfrm rot="21420000">
            <a:off x="-161640" y="293040"/>
            <a:ext cx="11366640" cy="5751360"/>
          </a:xfrm>
          <a:custGeom>
            <a:avLst/>
            <a:gdLst>
              <a:gd name="textAreaLeft" fmla="*/ 0 w 11366640"/>
              <a:gd name="textAreaRight" fmla="*/ 11367000 w 11366640"/>
              <a:gd name="textAreaTop" fmla="*/ 0 h 5751360"/>
              <a:gd name="textAreaBottom" fmla="*/ 5751720 h 5751360"/>
            </a:gdLst>
            <a:ahLst/>
            <a:rect l="textAreaLeft" t="textAreaTop" r="textAreaRight" b="textAreaBottom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noFill/>
          <a:ln w="82550">
            <a:solidFill>
              <a:srgbClr val="000000">
                <a:lumMod val="50000"/>
                <a:lumOff val="50000"/>
              </a:srgbClr>
            </a:solidFill>
            <a:miter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" name="PlaceHolder 1"/>
          <p:cNvSpPr>
            <a:spLocks noGrp="1"/>
          </p:cNvSpPr>
          <p:nvPr>
            <p:ph type="title"/>
          </p:nvPr>
        </p:nvSpPr>
        <p:spPr>
          <a:xfrm rot="21420000">
            <a:off x="891000" y="662400"/>
            <a:ext cx="9754920" cy="276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6757"/>
          </a:bodyPr>
          <a:p>
            <a:pPr indent="0" algn="r" defTabSz="914400">
              <a:lnSpc>
                <a:spcPct val="90000"/>
              </a:lnSpc>
              <a:buNone/>
            </a:pPr>
            <a:r>
              <a:rPr b="0" lang="tr-TR" sz="80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80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444" name="PlaceHolder 2"/>
          <p:cNvSpPr>
            <a:spLocks noGrp="1"/>
          </p:cNvSpPr>
          <p:nvPr>
            <p:ph type="dt" idx="418"/>
          </p:nvPr>
        </p:nvSpPr>
        <p:spPr>
          <a:xfrm rot="21420000">
            <a:off x="4948200" y="4578480"/>
            <a:ext cx="6143400" cy="1162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54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tr-TR" sz="54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5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5" name="PlaceHolder 3"/>
          <p:cNvSpPr>
            <a:spLocks noGrp="1"/>
          </p:cNvSpPr>
          <p:nvPr>
            <p:ph type="ftr" idx="419"/>
          </p:nvPr>
        </p:nvSpPr>
        <p:spPr>
          <a:xfrm rot="21420000">
            <a:off x="-5400" y="4882680"/>
            <a:ext cx="4046760" cy="119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6" name="PlaceHolder 4"/>
          <p:cNvSpPr>
            <a:spLocks noGrp="1"/>
          </p:cNvSpPr>
          <p:nvPr>
            <p:ph type="sldNum" idx="420"/>
          </p:nvPr>
        </p:nvSpPr>
        <p:spPr>
          <a:xfrm rot="21420000">
            <a:off x="9851400" y="383256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2400" spc="-1" strike="noStrike" cap="all">
                <a:solidFill>
                  <a:schemeClr val="dk1">
                    <a:lumMod val="50000"/>
                    <a:lumOff val="25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941FA4E5-7984-4FBE-B30B-3F06173DF263}" type="slidenum">
              <a:rPr b="0" lang="tr-TR" sz="2400" spc="-1" strike="noStrike" cap="all">
                <a:solidFill>
                  <a:schemeClr val="dk1">
                    <a:lumMod val="50000"/>
                    <a:lumOff val="25000"/>
                  </a:schemeClr>
                </a:solidFill>
                <a:latin typeface="Impact"/>
              </a:rPr>
              <a:t>&lt;number&gt;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7" name="5-Point Star 24"/>
          <p:cNvSpPr/>
          <p:nvPr/>
        </p:nvSpPr>
        <p:spPr>
          <a:xfrm rot="21420000">
            <a:off x="4221360" y="5111280"/>
            <a:ext cx="515160" cy="515160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32" r:id="rId5"/>
  </p:sldLayoutIdLst>
</p:sldMaster>
</file>

<file path=ppt/slideMasters/slideMaster1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0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451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452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3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54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55" name="PlaceHolder 1"/>
          <p:cNvSpPr>
            <a:spLocks noGrp="1"/>
          </p:cNvSpPr>
          <p:nvPr>
            <p:ph type="title"/>
          </p:nvPr>
        </p:nvSpPr>
        <p:spPr>
          <a:xfrm>
            <a:off x="685800" y="4106160"/>
            <a:ext cx="10394280" cy="58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32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32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456" name="PlaceHolder 2"/>
          <p:cNvSpPr>
            <a:spLocks noGrp="1"/>
          </p:cNvSpPr>
          <p:nvPr>
            <p:ph type="body"/>
          </p:nvPr>
        </p:nvSpPr>
        <p:spPr>
          <a:xfrm>
            <a:off x="685800" y="685800"/>
            <a:ext cx="10392120" cy="3194640"/>
          </a:xfrm>
          <a:prstGeom prst="rect">
            <a:avLst/>
          </a:prstGeom>
          <a:noFill/>
          <a:ln w="57240">
            <a:solidFill>
              <a:schemeClr val="lt1">
                <a:lumMod val="50000"/>
              </a:schemeClr>
            </a:solidFill>
            <a:miter/>
          </a:ln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3200" spc="-1" strike="noStrike">
                <a:solidFill>
                  <a:schemeClr val="dk1"/>
                </a:solidFill>
                <a:latin typeface="Impact"/>
              </a:rPr>
              <a:t>Resim eklemek için simgeye tıklayın</a:t>
            </a:r>
            <a:endParaRPr b="0" lang="en-US" sz="32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457" name="PlaceHolder 3"/>
          <p:cNvSpPr>
            <a:spLocks noGrp="1"/>
          </p:cNvSpPr>
          <p:nvPr>
            <p:ph type="body"/>
          </p:nvPr>
        </p:nvSpPr>
        <p:spPr>
          <a:xfrm>
            <a:off x="685800" y="4703040"/>
            <a:ext cx="10394280" cy="68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16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458" name="PlaceHolder 4"/>
          <p:cNvSpPr>
            <a:spLocks noGrp="1"/>
          </p:cNvSpPr>
          <p:nvPr>
            <p:ph type="dt" idx="421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9" name="PlaceHolder 5"/>
          <p:cNvSpPr>
            <a:spLocks noGrp="1"/>
          </p:cNvSpPr>
          <p:nvPr>
            <p:ph type="ftr" idx="422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0" name="PlaceHolder 6"/>
          <p:cNvSpPr>
            <a:spLocks noGrp="1"/>
          </p:cNvSpPr>
          <p:nvPr>
            <p:ph type="sldNum" idx="423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04EB3875-F2A4-48CB-9DD0-A21C3C946713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34" r:id="rId4"/>
  </p:sldLayoutIdLst>
</p:sldMaster>
</file>

<file path=ppt/slideMasters/slideMaster1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1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462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463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64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65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66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396440" cy="319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48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48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467" name="PlaceHolder 2"/>
          <p:cNvSpPr>
            <a:spLocks noGrp="1"/>
          </p:cNvSpPr>
          <p:nvPr>
            <p:ph type="body"/>
          </p:nvPr>
        </p:nvSpPr>
        <p:spPr>
          <a:xfrm>
            <a:off x="685800" y="4106160"/>
            <a:ext cx="10394280" cy="12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8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18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468" name="PlaceHolder 3"/>
          <p:cNvSpPr>
            <a:spLocks noGrp="1"/>
          </p:cNvSpPr>
          <p:nvPr>
            <p:ph type="dt" idx="424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9" name="PlaceHolder 4"/>
          <p:cNvSpPr>
            <a:spLocks noGrp="1"/>
          </p:cNvSpPr>
          <p:nvPr>
            <p:ph type="ftr" idx="425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0" name="PlaceHolder 5"/>
          <p:cNvSpPr>
            <a:spLocks noGrp="1"/>
          </p:cNvSpPr>
          <p:nvPr>
            <p:ph type="sldNum" idx="426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BC9E9DF6-B41C-4A6E-9C41-50D8F93EA5D7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36" r:id="rId4"/>
  </p:sldLayoutIdLst>
</p:sldMaster>
</file>

<file path=ppt/slideMasters/slideMaster1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1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472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473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4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5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76" name="PlaceHolder 1"/>
          <p:cNvSpPr>
            <a:spLocks noGrp="1"/>
          </p:cNvSpPr>
          <p:nvPr>
            <p:ph type="title"/>
          </p:nvPr>
        </p:nvSpPr>
        <p:spPr>
          <a:xfrm>
            <a:off x="1121760" y="685800"/>
            <a:ext cx="9524520" cy="29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48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48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477" name="PlaceHolder 2"/>
          <p:cNvSpPr>
            <a:spLocks noGrp="1"/>
          </p:cNvSpPr>
          <p:nvPr>
            <p:ph type="body"/>
          </p:nvPr>
        </p:nvSpPr>
        <p:spPr>
          <a:xfrm>
            <a:off x="1550160" y="3610080"/>
            <a:ext cx="8667720" cy="37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 cap="all">
                <a:solidFill>
                  <a:schemeClr val="dk1">
                    <a:lumMod val="50000"/>
                    <a:lumOff val="50000"/>
                  </a:schemeClr>
                </a:solidFill>
                <a:latin typeface="Impact"/>
              </a:rPr>
              <a:t>Asıl metin stillerini düzenlemek için tıklayın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478" name="PlaceHolder 3"/>
          <p:cNvSpPr>
            <a:spLocks noGrp="1"/>
          </p:cNvSpPr>
          <p:nvPr>
            <p:ph type="body"/>
          </p:nvPr>
        </p:nvSpPr>
        <p:spPr>
          <a:xfrm>
            <a:off x="685800" y="4106160"/>
            <a:ext cx="10396440" cy="126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8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18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479" name="PlaceHolder 4"/>
          <p:cNvSpPr>
            <a:spLocks noGrp="1"/>
          </p:cNvSpPr>
          <p:nvPr>
            <p:ph type="dt" idx="427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0" name="PlaceHolder 5"/>
          <p:cNvSpPr>
            <a:spLocks noGrp="1"/>
          </p:cNvSpPr>
          <p:nvPr>
            <p:ph type="ftr" idx="428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1" name="PlaceHolder 6"/>
          <p:cNvSpPr>
            <a:spLocks noGrp="1"/>
          </p:cNvSpPr>
          <p:nvPr>
            <p:ph type="sldNum" idx="429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B4350140-FBF2-4DAA-AD9E-A9F23FD59514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2" name="TextBox 12"/>
          <p:cNvSpPr/>
          <p:nvPr/>
        </p:nvSpPr>
        <p:spPr>
          <a:xfrm>
            <a:off x="685800" y="8928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pc="-1" strike="noStrike" cap="all">
                <a:solidFill>
                  <a:schemeClr val="dk1"/>
                </a:solidFill>
                <a:latin typeface="Impact"/>
              </a:rPr>
              <a:t>“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3" name="TextBox 13"/>
          <p:cNvSpPr/>
          <p:nvPr/>
        </p:nvSpPr>
        <p:spPr>
          <a:xfrm>
            <a:off x="10473120" y="292284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8000" spc="-1" strike="noStrike" cap="all">
                <a:solidFill>
                  <a:schemeClr val="dk1"/>
                </a:solidFill>
                <a:latin typeface="Impact"/>
              </a:rPr>
              <a:t>”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38" r:id="rId4"/>
  </p:sldLayoutIdLst>
</p:sldMaster>
</file>

<file path=ppt/slideMasters/slideMaster1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4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485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486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7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88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89" name="PlaceHolder 1"/>
          <p:cNvSpPr>
            <a:spLocks noGrp="1"/>
          </p:cNvSpPr>
          <p:nvPr>
            <p:ph type="title"/>
          </p:nvPr>
        </p:nvSpPr>
        <p:spPr>
          <a:xfrm>
            <a:off x="685800" y="1723680"/>
            <a:ext cx="10394280" cy="251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48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48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490" name="PlaceHolder 2"/>
          <p:cNvSpPr>
            <a:spLocks noGrp="1"/>
          </p:cNvSpPr>
          <p:nvPr>
            <p:ph type="body"/>
          </p:nvPr>
        </p:nvSpPr>
        <p:spPr>
          <a:xfrm>
            <a:off x="685800" y="4247640"/>
            <a:ext cx="1039428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8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18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491" name="PlaceHolder 3"/>
          <p:cNvSpPr>
            <a:spLocks noGrp="1"/>
          </p:cNvSpPr>
          <p:nvPr>
            <p:ph type="dt" idx="430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2" name="PlaceHolder 4"/>
          <p:cNvSpPr>
            <a:spLocks noGrp="1"/>
          </p:cNvSpPr>
          <p:nvPr>
            <p:ph type="ftr" idx="431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3" name="PlaceHolder 5"/>
          <p:cNvSpPr>
            <a:spLocks noGrp="1"/>
          </p:cNvSpPr>
          <p:nvPr>
            <p:ph type="sldNum" idx="432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FB29B351-D4C0-4222-9596-76C287FB55D5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40" r:id="rId4"/>
  </p:sldLayoutIdLst>
</p:sldMaster>
</file>

<file path=ppt/slideMasters/slideMaster1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4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495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496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7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8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99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394280" cy="115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54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54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00" name="PlaceHolder 2"/>
          <p:cNvSpPr>
            <a:spLocks noGrp="1"/>
          </p:cNvSpPr>
          <p:nvPr>
            <p:ph type="body"/>
          </p:nvPr>
        </p:nvSpPr>
        <p:spPr>
          <a:xfrm>
            <a:off x="685800" y="2063520"/>
            <a:ext cx="33098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 cap="all">
                <a:solidFill>
                  <a:schemeClr val="accent1"/>
                </a:solidFill>
                <a:latin typeface="Impact"/>
              </a:rPr>
              <a:t>Asıl metin stillerini düzenlemek için tıklayın</a:t>
            </a:r>
            <a:endParaRPr b="0" lang="en-US" sz="2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01" name="PlaceHolder 3"/>
          <p:cNvSpPr>
            <a:spLocks noGrp="1"/>
          </p:cNvSpPr>
          <p:nvPr>
            <p:ph type="body"/>
          </p:nvPr>
        </p:nvSpPr>
        <p:spPr>
          <a:xfrm>
            <a:off x="685800" y="2639520"/>
            <a:ext cx="3309840" cy="273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02" name="PlaceHolder 4"/>
          <p:cNvSpPr>
            <a:spLocks noGrp="1"/>
          </p:cNvSpPr>
          <p:nvPr>
            <p:ph type="body"/>
          </p:nvPr>
        </p:nvSpPr>
        <p:spPr>
          <a:xfrm>
            <a:off x="4234680" y="2063520"/>
            <a:ext cx="33098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 cap="all">
                <a:solidFill>
                  <a:schemeClr val="accent1"/>
                </a:solidFill>
                <a:latin typeface="Impact"/>
              </a:rPr>
              <a:t>Asıl metin stillerini düzenlemek için tıklayın</a:t>
            </a:r>
            <a:endParaRPr b="0" lang="en-US" sz="2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03" name="PlaceHolder 5"/>
          <p:cNvSpPr>
            <a:spLocks noGrp="1"/>
          </p:cNvSpPr>
          <p:nvPr>
            <p:ph type="body"/>
          </p:nvPr>
        </p:nvSpPr>
        <p:spPr>
          <a:xfrm>
            <a:off x="4234680" y="2639520"/>
            <a:ext cx="3309840" cy="273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04" name="PlaceHolder 6"/>
          <p:cNvSpPr>
            <a:spLocks noGrp="1"/>
          </p:cNvSpPr>
          <p:nvPr>
            <p:ph type="body"/>
          </p:nvPr>
        </p:nvSpPr>
        <p:spPr>
          <a:xfrm>
            <a:off x="7770240" y="2063520"/>
            <a:ext cx="33098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 cap="all">
                <a:solidFill>
                  <a:schemeClr val="accent1"/>
                </a:solidFill>
                <a:latin typeface="Impact"/>
              </a:rPr>
              <a:t>Asıl metin stillerini düzenlemek için tıklayın</a:t>
            </a:r>
            <a:endParaRPr b="0" lang="en-US" sz="2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05" name="PlaceHolder 7"/>
          <p:cNvSpPr>
            <a:spLocks noGrp="1"/>
          </p:cNvSpPr>
          <p:nvPr>
            <p:ph type="body"/>
          </p:nvPr>
        </p:nvSpPr>
        <p:spPr>
          <a:xfrm>
            <a:off x="7770240" y="2639520"/>
            <a:ext cx="3309840" cy="273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06" name="PlaceHolder 8"/>
          <p:cNvSpPr>
            <a:spLocks noGrp="1"/>
          </p:cNvSpPr>
          <p:nvPr>
            <p:ph type="dt" idx="433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7" name="PlaceHolder 9"/>
          <p:cNvSpPr>
            <a:spLocks noGrp="1"/>
          </p:cNvSpPr>
          <p:nvPr>
            <p:ph type="ftr" idx="434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8" name="PlaceHolder 10"/>
          <p:cNvSpPr>
            <a:spLocks noGrp="1"/>
          </p:cNvSpPr>
          <p:nvPr>
            <p:ph type="sldNum" idx="435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33587017-6E18-4463-A58A-433F2E38817A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42" r:id="rId4"/>
  </p:sldLayoutIdLst>
</p:sldMaster>
</file>

<file path=ppt/slideMasters/slideMaster1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9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510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511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2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3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1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396440" cy="115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54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54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15" name="PlaceHolder 2"/>
          <p:cNvSpPr>
            <a:spLocks noGrp="1"/>
          </p:cNvSpPr>
          <p:nvPr>
            <p:ph type="body"/>
          </p:nvPr>
        </p:nvSpPr>
        <p:spPr>
          <a:xfrm>
            <a:off x="691920" y="3813120"/>
            <a:ext cx="33098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200" spc="-1" strike="noStrike" cap="all">
                <a:solidFill>
                  <a:schemeClr val="accent1"/>
                </a:solidFill>
                <a:latin typeface="Impact"/>
              </a:rPr>
              <a:t>Asıl metin stillerini düzenlemek için tıklayın</a:t>
            </a:r>
            <a:endParaRPr b="0" lang="en-US" sz="22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16" name="PlaceHolder 3"/>
          <p:cNvSpPr>
            <a:spLocks noGrp="1"/>
          </p:cNvSpPr>
          <p:nvPr>
            <p:ph type="body"/>
          </p:nvPr>
        </p:nvSpPr>
        <p:spPr>
          <a:xfrm>
            <a:off x="685800" y="2063520"/>
            <a:ext cx="3309840" cy="1536480"/>
          </a:xfrm>
          <a:prstGeom prst="rect">
            <a:avLst/>
          </a:prstGeom>
          <a:noFill/>
          <a:ln w="57240">
            <a:solidFill>
              <a:schemeClr val="lt1">
                <a:lumMod val="50000"/>
              </a:schemeClr>
            </a:solidFill>
            <a:miter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Impact"/>
              </a:rPr>
              <a:t>Resim eklemek için simgeye tıklayın</a:t>
            </a:r>
            <a:endParaRPr b="0" lang="en-US" sz="16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17" name="PlaceHolder 4"/>
          <p:cNvSpPr>
            <a:spLocks noGrp="1"/>
          </p:cNvSpPr>
          <p:nvPr>
            <p:ph type="body"/>
          </p:nvPr>
        </p:nvSpPr>
        <p:spPr>
          <a:xfrm>
            <a:off x="691920" y="4389120"/>
            <a:ext cx="3309840" cy="98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18" name="PlaceHolder 5"/>
          <p:cNvSpPr>
            <a:spLocks noGrp="1"/>
          </p:cNvSpPr>
          <p:nvPr>
            <p:ph type="body"/>
          </p:nvPr>
        </p:nvSpPr>
        <p:spPr>
          <a:xfrm>
            <a:off x="4237560" y="3813120"/>
            <a:ext cx="33098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200" spc="-1" strike="noStrike" cap="all">
                <a:solidFill>
                  <a:schemeClr val="accent1"/>
                </a:solidFill>
                <a:latin typeface="Impact"/>
              </a:rPr>
              <a:t>Asıl metin stillerini düzenlemek için tıklayın</a:t>
            </a:r>
            <a:endParaRPr b="0" lang="en-US" sz="22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19" name="PlaceHolder 6"/>
          <p:cNvSpPr>
            <a:spLocks noGrp="1"/>
          </p:cNvSpPr>
          <p:nvPr>
            <p:ph type="body"/>
          </p:nvPr>
        </p:nvSpPr>
        <p:spPr>
          <a:xfrm>
            <a:off x="4236120" y="2063520"/>
            <a:ext cx="3309840" cy="1535040"/>
          </a:xfrm>
          <a:prstGeom prst="rect">
            <a:avLst/>
          </a:prstGeom>
          <a:noFill/>
          <a:ln w="57240">
            <a:solidFill>
              <a:schemeClr val="lt1">
                <a:lumMod val="50000"/>
              </a:schemeClr>
            </a:solidFill>
            <a:miter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Impact"/>
              </a:rPr>
              <a:t>Resim eklemek için simgeye tıklayın</a:t>
            </a:r>
            <a:endParaRPr b="0" lang="en-US" sz="16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20" name="PlaceHolder 7"/>
          <p:cNvSpPr>
            <a:spLocks noGrp="1"/>
          </p:cNvSpPr>
          <p:nvPr>
            <p:ph type="body"/>
          </p:nvPr>
        </p:nvSpPr>
        <p:spPr>
          <a:xfrm>
            <a:off x="4236120" y="4389120"/>
            <a:ext cx="3309840" cy="98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21" name="PlaceHolder 8"/>
          <p:cNvSpPr>
            <a:spLocks noGrp="1"/>
          </p:cNvSpPr>
          <p:nvPr>
            <p:ph type="body"/>
          </p:nvPr>
        </p:nvSpPr>
        <p:spPr>
          <a:xfrm>
            <a:off x="7768800" y="3813120"/>
            <a:ext cx="330984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200" spc="-1" strike="noStrike" cap="all">
                <a:solidFill>
                  <a:schemeClr val="accent1"/>
                </a:solidFill>
                <a:latin typeface="Impact"/>
              </a:rPr>
              <a:t>Asıl metin stillerini düzenlemek için tıklayın</a:t>
            </a:r>
            <a:endParaRPr b="0" lang="en-US" sz="22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22" name="PlaceHolder 9"/>
          <p:cNvSpPr>
            <a:spLocks noGrp="1"/>
          </p:cNvSpPr>
          <p:nvPr>
            <p:ph type="body"/>
          </p:nvPr>
        </p:nvSpPr>
        <p:spPr>
          <a:xfrm>
            <a:off x="7768800" y="2063520"/>
            <a:ext cx="3309840" cy="1536840"/>
          </a:xfrm>
          <a:prstGeom prst="rect">
            <a:avLst/>
          </a:prstGeom>
          <a:noFill/>
          <a:ln w="57240">
            <a:solidFill>
              <a:schemeClr val="lt1">
                <a:lumMod val="50000"/>
              </a:schemeClr>
            </a:solidFill>
            <a:miter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Impact"/>
              </a:rPr>
              <a:t>Resim eklemek için simgeye tıklayın</a:t>
            </a:r>
            <a:endParaRPr b="0" lang="en-US" sz="16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23" name="PlaceHolder 10"/>
          <p:cNvSpPr>
            <a:spLocks noGrp="1"/>
          </p:cNvSpPr>
          <p:nvPr>
            <p:ph type="body"/>
          </p:nvPr>
        </p:nvSpPr>
        <p:spPr>
          <a:xfrm>
            <a:off x="7768800" y="4389120"/>
            <a:ext cx="3309840" cy="98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24" name="PlaceHolder 11"/>
          <p:cNvSpPr>
            <a:spLocks noGrp="1"/>
          </p:cNvSpPr>
          <p:nvPr>
            <p:ph type="dt" idx="436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5" name="PlaceHolder 12"/>
          <p:cNvSpPr>
            <a:spLocks noGrp="1"/>
          </p:cNvSpPr>
          <p:nvPr>
            <p:ph type="ftr" idx="437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6" name="PlaceHolder 13"/>
          <p:cNvSpPr>
            <a:spLocks noGrp="1"/>
          </p:cNvSpPr>
          <p:nvPr>
            <p:ph type="sldNum" idx="438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45E7A255-3018-4696-844F-7404C8882E73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44" r:id="rId4"/>
  </p:sldLayoutIdLst>
</p:sldMaster>
</file>

<file path=ppt/slideMasters/slideMaster1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528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529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0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1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3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396440" cy="115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0" lang="tr-TR" sz="54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54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33" name="PlaceHolder 2"/>
          <p:cNvSpPr>
            <a:spLocks noGrp="1"/>
          </p:cNvSpPr>
          <p:nvPr>
            <p:ph type="body"/>
          </p:nvPr>
        </p:nvSpPr>
        <p:spPr>
          <a:xfrm>
            <a:off x="685800" y="2063520"/>
            <a:ext cx="10394280" cy="33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20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2000" spc="-1" strike="noStrike" cap="all">
              <a:solidFill>
                <a:schemeClr val="dk1"/>
              </a:solidFill>
              <a:latin typeface="Impac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800" spc="-1" strike="noStrike" cap="all">
                <a:solidFill>
                  <a:schemeClr val="dk1"/>
                </a:solidFill>
                <a:latin typeface="Impact"/>
              </a:rPr>
              <a:t>İkinci düzey</a:t>
            </a:r>
            <a:endParaRPr b="0" lang="en-US" sz="1800" spc="-1" strike="noStrike" cap="all">
              <a:solidFill>
                <a:schemeClr val="dk1"/>
              </a:solidFill>
              <a:latin typeface="Impac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600" spc="-1" strike="noStrike" cap="all">
                <a:solidFill>
                  <a:schemeClr val="dk1"/>
                </a:solidFill>
                <a:latin typeface="Impact"/>
              </a:rPr>
              <a:t>Üçüncü düzey</a:t>
            </a:r>
            <a:endParaRPr b="0" lang="en-US" sz="1600" spc="-1" strike="noStrike" cap="all">
              <a:solidFill>
                <a:schemeClr val="dk1"/>
              </a:solidFill>
              <a:latin typeface="Impac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Dördüncü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Beşinci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34" name="PlaceHolder 3"/>
          <p:cNvSpPr>
            <a:spLocks noGrp="1"/>
          </p:cNvSpPr>
          <p:nvPr>
            <p:ph type="dt" idx="439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5" name="PlaceHolder 4"/>
          <p:cNvSpPr>
            <a:spLocks noGrp="1"/>
          </p:cNvSpPr>
          <p:nvPr>
            <p:ph type="ftr" idx="440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6" name="PlaceHolder 5"/>
          <p:cNvSpPr>
            <a:spLocks noGrp="1"/>
          </p:cNvSpPr>
          <p:nvPr>
            <p:ph type="sldNum" idx="441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4BD260E6-8C78-4A1D-B2BB-7085CC111319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46" r:id="rId4"/>
  </p:sldLayoutIdLst>
</p:sldMaster>
</file>

<file path=ppt/slideMasters/slideMaster1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7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538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539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0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1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42" name="PlaceHolder 1"/>
          <p:cNvSpPr>
            <a:spLocks noGrp="1"/>
          </p:cNvSpPr>
          <p:nvPr>
            <p:ph type="title"/>
          </p:nvPr>
        </p:nvSpPr>
        <p:spPr>
          <a:xfrm>
            <a:off x="8816040" y="685800"/>
            <a:ext cx="2264400" cy="468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54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54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43" name="PlaceHolder 2"/>
          <p:cNvSpPr>
            <a:spLocks noGrp="1"/>
          </p:cNvSpPr>
          <p:nvPr>
            <p:ph type="body"/>
          </p:nvPr>
        </p:nvSpPr>
        <p:spPr>
          <a:xfrm>
            <a:off x="685800" y="685800"/>
            <a:ext cx="7904160" cy="468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20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2000" spc="-1" strike="noStrike" cap="all">
              <a:solidFill>
                <a:schemeClr val="dk1"/>
              </a:solidFill>
              <a:latin typeface="Impac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800" spc="-1" strike="noStrike" cap="all">
                <a:solidFill>
                  <a:schemeClr val="dk1"/>
                </a:solidFill>
                <a:latin typeface="Impact"/>
              </a:rPr>
              <a:t>İkinci düzey</a:t>
            </a:r>
            <a:endParaRPr b="0" lang="en-US" sz="1800" spc="-1" strike="noStrike" cap="all">
              <a:solidFill>
                <a:schemeClr val="dk1"/>
              </a:solidFill>
              <a:latin typeface="Impac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600" spc="-1" strike="noStrike" cap="all">
                <a:solidFill>
                  <a:schemeClr val="dk1"/>
                </a:solidFill>
                <a:latin typeface="Impact"/>
              </a:rPr>
              <a:t>Üçüncü düzey</a:t>
            </a:r>
            <a:endParaRPr b="0" lang="en-US" sz="1600" spc="-1" strike="noStrike" cap="all">
              <a:solidFill>
                <a:schemeClr val="dk1"/>
              </a:solidFill>
              <a:latin typeface="Impac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Dördüncü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Beşinci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44" name="PlaceHolder 3"/>
          <p:cNvSpPr>
            <a:spLocks noGrp="1"/>
          </p:cNvSpPr>
          <p:nvPr>
            <p:ph type="dt" idx="442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5" name="PlaceHolder 4"/>
          <p:cNvSpPr>
            <a:spLocks noGrp="1"/>
          </p:cNvSpPr>
          <p:nvPr>
            <p:ph type="ftr" idx="443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6" name="PlaceHolder 5"/>
          <p:cNvSpPr>
            <a:spLocks noGrp="1"/>
          </p:cNvSpPr>
          <p:nvPr>
            <p:ph type="sldNum" idx="444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4F9AF72B-AF9D-419C-9ED7-C2855350E01F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48" r:id="rId4"/>
  </p:sldLayoutIdLst>
</p:sldMaster>
</file>

<file path=ppt/slideMasters/slideMaster1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7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548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549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0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1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5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396440" cy="115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54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54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53" name="PlaceHolder 2"/>
          <p:cNvSpPr>
            <a:spLocks noGrp="1"/>
          </p:cNvSpPr>
          <p:nvPr>
            <p:ph type="body"/>
          </p:nvPr>
        </p:nvSpPr>
        <p:spPr>
          <a:xfrm>
            <a:off x="685800" y="2063520"/>
            <a:ext cx="10394280" cy="33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20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2000" spc="-1" strike="noStrike" cap="all">
              <a:solidFill>
                <a:schemeClr val="dk1"/>
              </a:solidFill>
              <a:latin typeface="Impac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800" spc="-1" strike="noStrike" cap="all">
                <a:solidFill>
                  <a:schemeClr val="dk1"/>
                </a:solidFill>
                <a:latin typeface="Impact"/>
              </a:rPr>
              <a:t>İkinci düzey</a:t>
            </a:r>
            <a:endParaRPr b="0" lang="en-US" sz="1800" spc="-1" strike="noStrike" cap="all">
              <a:solidFill>
                <a:schemeClr val="dk1"/>
              </a:solidFill>
              <a:latin typeface="Impac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600" spc="-1" strike="noStrike" cap="all">
                <a:solidFill>
                  <a:schemeClr val="dk1"/>
                </a:solidFill>
                <a:latin typeface="Impact"/>
              </a:rPr>
              <a:t>Üçüncü düzey</a:t>
            </a:r>
            <a:endParaRPr b="0" lang="en-US" sz="1600" spc="-1" strike="noStrike" cap="all">
              <a:solidFill>
                <a:schemeClr val="dk1"/>
              </a:solidFill>
              <a:latin typeface="Impac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Dördüncü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Beşinci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54" name="PlaceHolder 3"/>
          <p:cNvSpPr>
            <a:spLocks noGrp="1"/>
          </p:cNvSpPr>
          <p:nvPr>
            <p:ph type="dt" idx="445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5" name="PlaceHolder 4"/>
          <p:cNvSpPr>
            <a:spLocks noGrp="1"/>
          </p:cNvSpPr>
          <p:nvPr>
            <p:ph type="ftr" idx="446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6" name="PlaceHolder 5"/>
          <p:cNvSpPr>
            <a:spLocks noGrp="1"/>
          </p:cNvSpPr>
          <p:nvPr>
            <p:ph type="sldNum" idx="447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0DE395A3-BE69-4800-B278-B1781F64DBE1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50" r:id="rId4"/>
  </p:sldLayoutIdLst>
</p:sldMaster>
</file>

<file path=ppt/slideMasters/slideMaster1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9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560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561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2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63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6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394280" cy="3193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54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54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65" name="PlaceHolder 2"/>
          <p:cNvSpPr>
            <a:spLocks noGrp="1"/>
          </p:cNvSpPr>
          <p:nvPr>
            <p:ph type="body"/>
          </p:nvPr>
        </p:nvSpPr>
        <p:spPr>
          <a:xfrm>
            <a:off x="685800" y="3742200"/>
            <a:ext cx="10394280" cy="163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-1" strike="noStrike" cap="all">
                <a:solidFill>
                  <a:schemeClr val="lt1">
                    <a:lumMod val="50000"/>
                  </a:schemeClr>
                </a:solidFill>
                <a:latin typeface="Impact"/>
              </a:rPr>
              <a:t>Asıl metin stillerini düzenlemek için tıklayın</a:t>
            </a:r>
            <a:endParaRPr b="0" lang="en-US" sz="20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66" name="PlaceHolder 3"/>
          <p:cNvSpPr>
            <a:spLocks noGrp="1"/>
          </p:cNvSpPr>
          <p:nvPr>
            <p:ph type="dt" idx="448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7" name="PlaceHolder 4"/>
          <p:cNvSpPr>
            <a:spLocks noGrp="1"/>
          </p:cNvSpPr>
          <p:nvPr>
            <p:ph type="ftr" idx="449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8" name="PlaceHolder 5"/>
          <p:cNvSpPr>
            <a:spLocks noGrp="1"/>
          </p:cNvSpPr>
          <p:nvPr>
            <p:ph type="sldNum" idx="450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EAFB85D2-66FE-4D3A-A7AC-426AA77EAADF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52" r:id="rId4"/>
  </p:sldLayoutIdLst>
</p:sldMaster>
</file>

<file path=ppt/slideMasters/slideMaster1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9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570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571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2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3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74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396440" cy="115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54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54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75" name="PlaceHolder 2"/>
          <p:cNvSpPr>
            <a:spLocks noGrp="1"/>
          </p:cNvSpPr>
          <p:nvPr>
            <p:ph type="body"/>
          </p:nvPr>
        </p:nvSpPr>
        <p:spPr>
          <a:xfrm>
            <a:off x="685800" y="2063520"/>
            <a:ext cx="5088240" cy="33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20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2000" spc="-1" strike="noStrike" cap="all">
              <a:solidFill>
                <a:schemeClr val="dk1"/>
              </a:solidFill>
              <a:latin typeface="Impac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800" spc="-1" strike="noStrike" cap="all">
                <a:solidFill>
                  <a:schemeClr val="dk1"/>
                </a:solidFill>
                <a:latin typeface="Impact"/>
              </a:rPr>
              <a:t>İkinci düzey</a:t>
            </a:r>
            <a:endParaRPr b="0" lang="en-US" sz="1800" spc="-1" strike="noStrike" cap="all">
              <a:solidFill>
                <a:schemeClr val="dk1"/>
              </a:solidFill>
              <a:latin typeface="Impac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600" spc="-1" strike="noStrike" cap="all">
                <a:solidFill>
                  <a:schemeClr val="dk1"/>
                </a:solidFill>
                <a:latin typeface="Impact"/>
              </a:rPr>
              <a:t>Üçüncü düzey</a:t>
            </a:r>
            <a:endParaRPr b="0" lang="en-US" sz="1600" spc="-1" strike="noStrike" cap="all">
              <a:solidFill>
                <a:schemeClr val="dk1"/>
              </a:solidFill>
              <a:latin typeface="Impac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Dördüncü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Beşinci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76" name="PlaceHolder 3"/>
          <p:cNvSpPr>
            <a:spLocks noGrp="1"/>
          </p:cNvSpPr>
          <p:nvPr>
            <p:ph type="body"/>
          </p:nvPr>
        </p:nvSpPr>
        <p:spPr>
          <a:xfrm>
            <a:off x="5994000" y="2063520"/>
            <a:ext cx="5086080" cy="33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20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2000" spc="-1" strike="noStrike" cap="all">
              <a:solidFill>
                <a:schemeClr val="dk1"/>
              </a:solidFill>
              <a:latin typeface="Impac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800" spc="-1" strike="noStrike" cap="all">
                <a:solidFill>
                  <a:schemeClr val="dk1"/>
                </a:solidFill>
                <a:latin typeface="Impact"/>
              </a:rPr>
              <a:t>İkinci düzey</a:t>
            </a:r>
            <a:endParaRPr b="0" lang="en-US" sz="1800" spc="-1" strike="noStrike" cap="all">
              <a:solidFill>
                <a:schemeClr val="dk1"/>
              </a:solidFill>
              <a:latin typeface="Impac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600" spc="-1" strike="noStrike" cap="all">
                <a:solidFill>
                  <a:schemeClr val="dk1"/>
                </a:solidFill>
                <a:latin typeface="Impact"/>
              </a:rPr>
              <a:t>Üçüncü düzey</a:t>
            </a:r>
            <a:endParaRPr b="0" lang="en-US" sz="1600" spc="-1" strike="noStrike" cap="all">
              <a:solidFill>
                <a:schemeClr val="dk1"/>
              </a:solidFill>
              <a:latin typeface="Impac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Dördüncü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Beşinci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77" name="PlaceHolder 4"/>
          <p:cNvSpPr>
            <a:spLocks noGrp="1"/>
          </p:cNvSpPr>
          <p:nvPr>
            <p:ph type="dt" idx="451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8" name="PlaceHolder 5"/>
          <p:cNvSpPr>
            <a:spLocks noGrp="1"/>
          </p:cNvSpPr>
          <p:nvPr>
            <p:ph type="ftr" idx="452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9" name="PlaceHolder 6"/>
          <p:cNvSpPr>
            <a:spLocks noGrp="1"/>
          </p:cNvSpPr>
          <p:nvPr>
            <p:ph type="sldNum" idx="453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CFDE7500-FB81-4DCA-91FC-1E981460E0C3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54" r:id="rId4"/>
  </p:sldLayoutIdLst>
</p:sldMaster>
</file>

<file path=ppt/slideMasters/slideMaster1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584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585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6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87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588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394280" cy="115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54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54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89" name="PlaceHolder 2"/>
          <p:cNvSpPr>
            <a:spLocks noGrp="1"/>
          </p:cNvSpPr>
          <p:nvPr>
            <p:ph type="body"/>
          </p:nvPr>
        </p:nvSpPr>
        <p:spPr>
          <a:xfrm>
            <a:off x="918360" y="2063520"/>
            <a:ext cx="4855680" cy="67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600" spc="-1" strike="noStrike" cap="all">
                <a:solidFill>
                  <a:schemeClr val="accent1"/>
                </a:solidFill>
                <a:latin typeface="Impact"/>
              </a:rPr>
              <a:t>Asıl metin stillerini düzenlemek için tıklayın</a:t>
            </a:r>
            <a:endParaRPr b="0" lang="en-US" sz="26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90" name="PlaceHolder 3"/>
          <p:cNvSpPr>
            <a:spLocks noGrp="1"/>
          </p:cNvSpPr>
          <p:nvPr>
            <p:ph type="body"/>
          </p:nvPr>
        </p:nvSpPr>
        <p:spPr>
          <a:xfrm>
            <a:off x="685800" y="2861640"/>
            <a:ext cx="5088240" cy="251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20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2000" spc="-1" strike="noStrike" cap="all">
              <a:solidFill>
                <a:schemeClr val="dk1"/>
              </a:solidFill>
              <a:latin typeface="Impac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800" spc="-1" strike="noStrike" cap="all">
                <a:solidFill>
                  <a:schemeClr val="dk1"/>
                </a:solidFill>
                <a:latin typeface="Impact"/>
              </a:rPr>
              <a:t>İkinci düzey</a:t>
            </a:r>
            <a:endParaRPr b="0" lang="en-US" sz="1800" spc="-1" strike="noStrike" cap="all">
              <a:solidFill>
                <a:schemeClr val="dk1"/>
              </a:solidFill>
              <a:latin typeface="Impac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600" spc="-1" strike="noStrike" cap="all">
                <a:solidFill>
                  <a:schemeClr val="dk1"/>
                </a:solidFill>
                <a:latin typeface="Impact"/>
              </a:rPr>
              <a:t>Üçüncü düzey</a:t>
            </a:r>
            <a:endParaRPr b="0" lang="en-US" sz="1600" spc="-1" strike="noStrike" cap="all">
              <a:solidFill>
                <a:schemeClr val="dk1"/>
              </a:solidFill>
              <a:latin typeface="Impac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Dördüncü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Beşinci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91" name="PlaceHolder 4"/>
          <p:cNvSpPr>
            <a:spLocks noGrp="1"/>
          </p:cNvSpPr>
          <p:nvPr>
            <p:ph type="body"/>
          </p:nvPr>
        </p:nvSpPr>
        <p:spPr>
          <a:xfrm>
            <a:off x="6218280" y="2063520"/>
            <a:ext cx="4863960" cy="67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600" spc="-1" strike="noStrike" cap="all">
                <a:solidFill>
                  <a:schemeClr val="accent1"/>
                </a:solidFill>
                <a:latin typeface="Impact"/>
              </a:rPr>
              <a:t>Asıl metin stillerini düzenlemek için tıklayın</a:t>
            </a:r>
            <a:endParaRPr b="0" lang="en-US" sz="26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92" name="PlaceHolder 5"/>
          <p:cNvSpPr>
            <a:spLocks noGrp="1"/>
          </p:cNvSpPr>
          <p:nvPr>
            <p:ph type="body"/>
          </p:nvPr>
        </p:nvSpPr>
        <p:spPr>
          <a:xfrm>
            <a:off x="5994000" y="2861640"/>
            <a:ext cx="5088240" cy="251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20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2000" spc="-1" strike="noStrike" cap="all">
              <a:solidFill>
                <a:schemeClr val="dk1"/>
              </a:solidFill>
              <a:latin typeface="Impac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800" spc="-1" strike="noStrike" cap="all">
                <a:solidFill>
                  <a:schemeClr val="dk1"/>
                </a:solidFill>
                <a:latin typeface="Impact"/>
              </a:rPr>
              <a:t>İkinci düzey</a:t>
            </a:r>
            <a:endParaRPr b="0" lang="en-US" sz="1800" spc="-1" strike="noStrike" cap="all">
              <a:solidFill>
                <a:schemeClr val="dk1"/>
              </a:solidFill>
              <a:latin typeface="Impac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600" spc="-1" strike="noStrike" cap="all">
                <a:solidFill>
                  <a:schemeClr val="dk1"/>
                </a:solidFill>
                <a:latin typeface="Impact"/>
              </a:rPr>
              <a:t>Üçüncü düzey</a:t>
            </a:r>
            <a:endParaRPr b="0" lang="en-US" sz="1600" spc="-1" strike="noStrike" cap="all">
              <a:solidFill>
                <a:schemeClr val="dk1"/>
              </a:solidFill>
              <a:latin typeface="Impac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Dördüncü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Beşinci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593" name="PlaceHolder 6"/>
          <p:cNvSpPr>
            <a:spLocks noGrp="1"/>
          </p:cNvSpPr>
          <p:nvPr>
            <p:ph type="dt" idx="454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4" name="PlaceHolder 7"/>
          <p:cNvSpPr>
            <a:spLocks noGrp="1"/>
          </p:cNvSpPr>
          <p:nvPr>
            <p:ph type="ftr" idx="455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5" name="PlaceHolder 8"/>
          <p:cNvSpPr>
            <a:spLocks noGrp="1"/>
          </p:cNvSpPr>
          <p:nvPr>
            <p:ph type="sldNum" idx="456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9E70D422-2871-41ED-B2F8-D13E3CC31838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56" r:id="rId4"/>
  </p:sldLayoutIdLst>
</p:sldMaster>
</file>

<file path=ppt/slideMasters/slideMaster1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6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597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598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9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0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01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10396440" cy="115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54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54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602" name="PlaceHolder 2"/>
          <p:cNvSpPr>
            <a:spLocks noGrp="1"/>
          </p:cNvSpPr>
          <p:nvPr>
            <p:ph type="dt" idx="457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3" name="PlaceHolder 3"/>
          <p:cNvSpPr>
            <a:spLocks noGrp="1"/>
          </p:cNvSpPr>
          <p:nvPr>
            <p:ph type="ftr" idx="458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4" name="PlaceHolder 4"/>
          <p:cNvSpPr>
            <a:spLocks noGrp="1"/>
          </p:cNvSpPr>
          <p:nvPr>
            <p:ph type="sldNum" idx="459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8BC5B430-C6F8-4AC6-9006-1570D874527F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58" r:id="rId4"/>
  </p:sldLayoutIdLst>
</p:sldMaster>
</file>

<file path=ppt/slideMasters/slideMaster1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6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607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608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09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0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11" name="PlaceHolder 1"/>
          <p:cNvSpPr>
            <a:spLocks noGrp="1"/>
          </p:cNvSpPr>
          <p:nvPr>
            <p:ph type="dt" idx="460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2" name="PlaceHolder 2"/>
          <p:cNvSpPr>
            <a:spLocks noGrp="1"/>
          </p:cNvSpPr>
          <p:nvPr>
            <p:ph type="ftr" idx="461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3" name="PlaceHolder 3"/>
          <p:cNvSpPr>
            <a:spLocks noGrp="1"/>
          </p:cNvSpPr>
          <p:nvPr>
            <p:ph type="sldNum" idx="462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DD0DAF83-08DA-4A0C-9528-FE4CAA19905D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Impact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61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 cap="all">
                <a:solidFill>
                  <a:schemeClr val="dk1"/>
                </a:solidFill>
                <a:latin typeface="Impact"/>
              </a:rPr>
              <a:t>Click to edit the outline text format</a:t>
            </a:r>
            <a:endParaRPr b="0" lang="en-US" sz="2000" spc="-1" strike="noStrike" cap="all">
              <a:solidFill>
                <a:schemeClr val="dk1"/>
              </a:solidFill>
              <a:latin typeface="Impact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 cap="all">
                <a:solidFill>
                  <a:schemeClr val="dk1"/>
                </a:solidFill>
                <a:latin typeface="Impact"/>
              </a:rPr>
              <a:t>Second Outline Level</a:t>
            </a:r>
            <a:endParaRPr b="0" lang="en-US" sz="1600" spc="-1" strike="noStrike" cap="all">
              <a:solidFill>
                <a:schemeClr val="dk1"/>
              </a:solidFill>
              <a:latin typeface="Impact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 cap="all">
                <a:solidFill>
                  <a:schemeClr val="dk1"/>
                </a:solidFill>
                <a:latin typeface="Impact"/>
              </a:rPr>
              <a:t>Third Outline Level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 cap="all">
                <a:solidFill>
                  <a:schemeClr val="dk1"/>
                </a:solidFill>
                <a:latin typeface="Impact"/>
              </a:rPr>
              <a:t>Fourth Outline Level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 cap="all">
                <a:solidFill>
                  <a:schemeClr val="dk1"/>
                </a:solidFill>
                <a:latin typeface="Impact"/>
              </a:rPr>
              <a:t>Fifth Outline Level</a:t>
            </a:r>
            <a:endParaRPr b="0" lang="en-US" sz="2000" spc="-1" strike="noStrike" cap="all">
              <a:solidFill>
                <a:schemeClr val="dk1"/>
              </a:solidFill>
              <a:latin typeface="Impact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 cap="all">
                <a:solidFill>
                  <a:schemeClr val="dk1"/>
                </a:solidFill>
                <a:latin typeface="Impact"/>
              </a:rPr>
              <a:t>Sixth Outline Level</a:t>
            </a:r>
            <a:endParaRPr b="0" lang="en-US" sz="2000" spc="-1" strike="noStrike" cap="all">
              <a:solidFill>
                <a:schemeClr val="dk1"/>
              </a:solidFill>
              <a:latin typeface="Impact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 cap="all">
                <a:solidFill>
                  <a:schemeClr val="dk1"/>
                </a:solidFill>
                <a:latin typeface="Impact"/>
              </a:rPr>
              <a:t>Seventh Outline Level</a:t>
            </a:r>
            <a:endParaRPr b="0" lang="en-US" sz="2000" spc="-1" strike="noStrike" cap="all">
              <a:solidFill>
                <a:schemeClr val="dk1"/>
              </a:solidFill>
              <a:latin typeface="Impac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60" r:id="rId4"/>
  </p:sldLayoutIdLst>
</p:sldMaster>
</file>

<file path=ppt/slideMasters/slideMaster1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6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617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618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19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0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21" name="PlaceHolder 1"/>
          <p:cNvSpPr>
            <a:spLocks noGrp="1"/>
          </p:cNvSpPr>
          <p:nvPr>
            <p:ph type="title"/>
          </p:nvPr>
        </p:nvSpPr>
        <p:spPr>
          <a:xfrm>
            <a:off x="693720" y="685800"/>
            <a:ext cx="4126680" cy="202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6666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36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36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622" name="PlaceHolder 2"/>
          <p:cNvSpPr>
            <a:spLocks noGrp="1"/>
          </p:cNvSpPr>
          <p:nvPr>
            <p:ph type="body"/>
          </p:nvPr>
        </p:nvSpPr>
        <p:spPr>
          <a:xfrm>
            <a:off x="5046120" y="685800"/>
            <a:ext cx="6033960" cy="468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20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2000" spc="-1" strike="noStrike" cap="all">
              <a:solidFill>
                <a:schemeClr val="dk1"/>
              </a:solidFill>
              <a:latin typeface="Impac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800" spc="-1" strike="noStrike" cap="all">
                <a:solidFill>
                  <a:schemeClr val="dk1"/>
                </a:solidFill>
                <a:latin typeface="Impact"/>
              </a:rPr>
              <a:t>İkinci düzey</a:t>
            </a:r>
            <a:endParaRPr b="0" lang="en-US" sz="1800" spc="-1" strike="noStrike" cap="all">
              <a:solidFill>
                <a:schemeClr val="dk1"/>
              </a:solidFill>
              <a:latin typeface="Impac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600" spc="-1" strike="noStrike" cap="all">
                <a:solidFill>
                  <a:schemeClr val="dk1"/>
                </a:solidFill>
                <a:latin typeface="Impact"/>
              </a:rPr>
              <a:t>Üçüncü düzey</a:t>
            </a:r>
            <a:endParaRPr b="0" lang="en-US" sz="1600" spc="-1" strike="noStrike" cap="all">
              <a:solidFill>
                <a:schemeClr val="dk1"/>
              </a:solidFill>
              <a:latin typeface="Impac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Dördüncü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80e0f"/>
              </a:buClr>
              <a:buSzPct val="160000"/>
              <a:buFont typeface="Arial"/>
              <a:buChar char="•"/>
            </a:pPr>
            <a:r>
              <a:rPr b="0" lang="tr-TR" sz="1400" spc="-1" strike="noStrike" cap="all">
                <a:solidFill>
                  <a:schemeClr val="dk1"/>
                </a:solidFill>
                <a:latin typeface="Impact"/>
              </a:rPr>
              <a:t>Beşinci düzey</a:t>
            </a:r>
            <a:endParaRPr b="0" lang="en-US" sz="14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623" name="PlaceHolder 3"/>
          <p:cNvSpPr>
            <a:spLocks noGrp="1"/>
          </p:cNvSpPr>
          <p:nvPr>
            <p:ph type="body"/>
          </p:nvPr>
        </p:nvSpPr>
        <p:spPr>
          <a:xfrm>
            <a:off x="693720" y="2709000"/>
            <a:ext cx="4126680" cy="266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8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18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624" name="PlaceHolder 4"/>
          <p:cNvSpPr>
            <a:spLocks noGrp="1"/>
          </p:cNvSpPr>
          <p:nvPr>
            <p:ph type="dt" idx="463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5" name="PlaceHolder 5"/>
          <p:cNvSpPr>
            <a:spLocks noGrp="1"/>
          </p:cNvSpPr>
          <p:nvPr>
            <p:ph type="ftr" idx="464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6" name="PlaceHolder 6"/>
          <p:cNvSpPr>
            <a:spLocks noGrp="1"/>
          </p:cNvSpPr>
          <p:nvPr>
            <p:ph type="sldNum" idx="465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B022E7FF-40C4-498B-AA46-4E4BEE8E39C2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62" r:id="rId4"/>
  </p:sldLayoutIdLst>
</p:sldMaster>
</file>

<file path=ppt/slideMasters/slideMaster1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7" name="Picture 6" descr="Brickwork-HD-R1a.jpg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pSp>
        <p:nvGrpSpPr>
          <p:cNvPr id="1628" name="Group 9"/>
          <p:cNvGrpSpPr/>
          <p:nvPr/>
        </p:nvGrpSpPr>
        <p:grpSpPr>
          <a:xfrm>
            <a:off x="-25560" y="0"/>
            <a:ext cx="12005280" cy="6643800"/>
            <a:chOff x="-25560" y="0"/>
            <a:chExt cx="12005280" cy="6643800"/>
          </a:xfrm>
        </p:grpSpPr>
        <p:sp useBgFill="1">
          <p:nvSpPr>
            <p:cNvPr id="1629" name="Rectangle 10"/>
            <p:cNvSpPr/>
            <p:nvPr/>
          </p:nvSpPr>
          <p:spPr>
            <a:xfrm>
              <a:off x="0" y="0"/>
              <a:ext cx="11979720" cy="6643800"/>
            </a:xfrm>
            <a:prstGeom prst="rect">
              <a:avLst/>
            </a:prstGeom>
            <a:ln>
              <a:noFill/>
            </a:ln>
            <a:effectLst>
              <a:outerShdw algn="tl" blurRad="98280" dir="4391803" dist="75963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0" name="Freeform 11"/>
            <p:cNvSpPr/>
            <p:nvPr/>
          </p:nvSpPr>
          <p:spPr>
            <a:xfrm>
              <a:off x="-25560" y="0"/>
              <a:ext cx="11773080" cy="6419160"/>
            </a:xfrm>
            <a:custGeom>
              <a:avLst/>
              <a:gdLst>
                <a:gd name="textAreaLeft" fmla="*/ 0 w 11773080"/>
                <a:gd name="textAreaRight" fmla="*/ 11773440 w 11773080"/>
                <a:gd name="textAreaTop" fmla="*/ 0 h 6419160"/>
                <a:gd name="textAreaBottom" fmla="*/ 6419520 h 6419160"/>
              </a:gdLst>
              <a:ahLst/>
              <a:rect l="textAreaLeft" t="textAreaTop" r="textAreaRight" b="textAreaBottom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noFill/>
            <a:ln w="82550">
              <a:solidFill>
                <a:srgbClr val="000000">
                  <a:lumMod val="50000"/>
                  <a:lumOff val="50000"/>
                </a:srgbClr>
              </a:solidFill>
              <a:miter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1" name="Rectangle 12"/>
            <p:cNvSpPr/>
            <p:nvPr/>
          </p:nvSpPr>
          <p:spPr>
            <a:xfrm>
              <a:off x="0" y="5600160"/>
              <a:ext cx="11706120" cy="780120"/>
            </a:xfrm>
            <a:prstGeom prst="rect">
              <a:avLst/>
            </a:prstGeom>
            <a:gradFill rotWithShape="0">
              <a:gsLst>
                <a:gs pos="34000">
                  <a:srgbClr val="b80e0f"/>
                </a:gs>
                <a:gs pos="100000">
                  <a:srgbClr val="5c0707"/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32" name="PlaceHolder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000" cy="202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3600" spc="-1" strike="noStrike" cap="all">
                <a:solidFill>
                  <a:schemeClr val="accent1"/>
                </a:solidFill>
                <a:latin typeface="Impact"/>
              </a:rPr>
              <a:t>Asıl başlık stilini düzenlemek için tıklayın</a:t>
            </a:r>
            <a:endParaRPr b="0" lang="en-US" sz="3600" spc="-1" strike="noStrike">
              <a:solidFill>
                <a:schemeClr val="dk1"/>
              </a:solidFill>
              <a:latin typeface="Impact"/>
            </a:endParaRPr>
          </a:p>
        </p:txBody>
      </p:sp>
      <p:sp>
        <p:nvSpPr>
          <p:cNvPr id="1633" name="PlaceHolder 2"/>
          <p:cNvSpPr>
            <a:spLocks noGrp="1"/>
          </p:cNvSpPr>
          <p:nvPr>
            <p:ph type="body"/>
          </p:nvPr>
        </p:nvSpPr>
        <p:spPr>
          <a:xfrm>
            <a:off x="7482240" y="0"/>
            <a:ext cx="3597840" cy="5071320"/>
          </a:xfrm>
          <a:prstGeom prst="rect">
            <a:avLst/>
          </a:prstGeom>
          <a:noFill/>
          <a:ln w="57240">
            <a:solidFill>
              <a:schemeClr val="lt1">
                <a:lumMod val="50000"/>
              </a:schemeClr>
            </a:solidFill>
            <a:miter/>
          </a:ln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tr-TR" sz="3200" spc="-1" strike="noStrike">
                <a:solidFill>
                  <a:schemeClr val="dk1"/>
                </a:solidFill>
                <a:latin typeface="Impact"/>
              </a:rPr>
              <a:t>Resim eklemek için simgeye tıklayın</a:t>
            </a:r>
            <a:endParaRPr b="0" lang="en-US" sz="32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634" name="PlaceHolder 3"/>
          <p:cNvSpPr>
            <a:spLocks noGrp="1"/>
          </p:cNvSpPr>
          <p:nvPr>
            <p:ph type="body"/>
          </p:nvPr>
        </p:nvSpPr>
        <p:spPr>
          <a:xfrm>
            <a:off x="685800" y="2709000"/>
            <a:ext cx="6345000" cy="236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800" spc="-1" strike="noStrike" cap="all">
                <a:solidFill>
                  <a:schemeClr val="dk1"/>
                </a:solidFill>
                <a:latin typeface="Impact"/>
              </a:rPr>
              <a:t>Asıl metin stillerini düzenlemek için tıklayın</a:t>
            </a:r>
            <a:endParaRPr b="0" lang="en-US" sz="1800" spc="-1" strike="noStrike" cap="all">
              <a:solidFill>
                <a:schemeClr val="dk1"/>
              </a:solidFill>
              <a:latin typeface="Impact"/>
            </a:endParaRPr>
          </a:p>
        </p:txBody>
      </p:sp>
      <p:sp>
        <p:nvSpPr>
          <p:cNvPr id="1635" name="PlaceHolder 4"/>
          <p:cNvSpPr>
            <a:spLocks noGrp="1"/>
          </p:cNvSpPr>
          <p:nvPr>
            <p:ph type="dt" idx="466"/>
          </p:nvPr>
        </p:nvSpPr>
        <p:spPr>
          <a:xfrm>
            <a:off x="7297920" y="5757480"/>
            <a:ext cx="378432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&lt;date/time&gt;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6" name="PlaceHolder 5"/>
          <p:cNvSpPr>
            <a:spLocks noGrp="1"/>
          </p:cNvSpPr>
          <p:nvPr>
            <p:ph type="ftr" idx="467"/>
          </p:nvPr>
        </p:nvSpPr>
        <p:spPr>
          <a:xfrm>
            <a:off x="685800" y="5757480"/>
            <a:ext cx="549936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7" name="PlaceHolder 6"/>
          <p:cNvSpPr>
            <a:spLocks noGrp="1"/>
          </p:cNvSpPr>
          <p:nvPr>
            <p:ph type="sldNum" idx="468"/>
          </p:nvPr>
        </p:nvSpPr>
        <p:spPr>
          <a:xfrm>
            <a:off x="6287040" y="5757480"/>
            <a:ext cx="906840" cy="49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8C7FB919-C4FD-4EC8-8B40-9EFA58DCC15A}" type="slidenum">
              <a:rPr b="0" lang="tr-TR" sz="3200" spc="-1" strike="noStrike" cap="all">
                <a:solidFill>
                  <a:schemeClr val="accent1">
                    <a:lumMod val="50000"/>
                  </a:schemeClr>
                </a:solidFill>
                <a:latin typeface="Impact"/>
              </a:rPr>
              <a:t>&lt;number&gt;</a:t>
            </a:fld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64" r:id="rId4"/>
  </p:sldLayoutIdLst>
</p:sldMaster>
</file>

<file path=ppt/slideMasters/slideMaster1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60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39" name="PlaceHolder 2"/>
          <p:cNvSpPr>
            <a:spLocks noGrp="1"/>
          </p:cNvSpPr>
          <p:nvPr>
            <p:ph type="dt" idx="46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0" name="PlaceHolder 3"/>
          <p:cNvSpPr>
            <a:spLocks noGrp="1"/>
          </p:cNvSpPr>
          <p:nvPr>
            <p:ph type="ftr" idx="47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1" name="PlaceHolder 4"/>
          <p:cNvSpPr>
            <a:spLocks noGrp="1"/>
          </p:cNvSpPr>
          <p:nvPr>
            <p:ph type="sldNum" idx="47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CA12BF-DE66-4273-BB00-B8E2DCAC9B37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66" r:id="rId2"/>
  </p:sldLayoutIdLst>
</p:sldMaster>
</file>

<file path=ppt/slideMasters/slideMaster1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dk1"/>
                </a:solidFill>
                <a:latin typeface="Aptos"/>
              </a:rPr>
              <a:t>İkinci düzey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000" spc="-1" strike="noStrike">
                <a:solidFill>
                  <a:schemeClr val="dk1"/>
                </a:solidFill>
                <a:latin typeface="Aptos"/>
              </a:rPr>
              <a:t>Üçüncü düzey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Aptos"/>
              </a:rPr>
              <a:t>Dördüncü düzey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Aptos"/>
              </a:rPr>
              <a:t>Beşinci düzey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46" name="PlaceHolder 3"/>
          <p:cNvSpPr>
            <a:spLocks noGrp="1"/>
          </p:cNvSpPr>
          <p:nvPr>
            <p:ph type="dt" idx="47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7" name="PlaceHolder 4"/>
          <p:cNvSpPr>
            <a:spLocks noGrp="1"/>
          </p:cNvSpPr>
          <p:nvPr>
            <p:ph type="ftr" idx="47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8" name="PlaceHolder 5"/>
          <p:cNvSpPr>
            <a:spLocks noGrp="1"/>
          </p:cNvSpPr>
          <p:nvPr>
            <p:ph type="sldNum" idx="47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8BB6EC-40DD-44AC-9E86-658BFAD9CAD4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68" r:id="rId2"/>
  </p:sldLayoutIdLst>
</p:sldMaster>
</file>

<file path=ppt/slideMasters/slideMaster1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5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dk1"/>
                </a:solidFill>
                <a:latin typeface="Aptos"/>
              </a:rPr>
              <a:t>İkinci düzey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000" spc="-1" strike="noStrike">
                <a:solidFill>
                  <a:schemeClr val="dk1"/>
                </a:solidFill>
                <a:latin typeface="Aptos"/>
              </a:rPr>
              <a:t>Üçüncü düzey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Aptos"/>
              </a:rPr>
              <a:t>Dördüncü düzey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Aptos"/>
              </a:rPr>
              <a:t>Beşinci düzey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51" name="PlaceHolder 3"/>
          <p:cNvSpPr>
            <a:spLocks noGrp="1"/>
          </p:cNvSpPr>
          <p:nvPr>
            <p:ph type="dt" idx="47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2" name="PlaceHolder 4"/>
          <p:cNvSpPr>
            <a:spLocks noGrp="1"/>
          </p:cNvSpPr>
          <p:nvPr>
            <p:ph type="ftr" idx="47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3" name="PlaceHolder 5"/>
          <p:cNvSpPr>
            <a:spLocks noGrp="1"/>
          </p:cNvSpPr>
          <p:nvPr>
            <p:ph type="sldNum" idx="47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08903B-6B27-4FCD-89CD-45AAA09107D2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70" r:id="rId2"/>
  </p:sldLayoutIdLst>
</p:sldMaster>
</file>

<file path=ppt/slideMasters/slideMaster1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dk1"/>
                </a:solidFill>
                <a:latin typeface="Aptos"/>
              </a:rPr>
              <a:t>İkinci düzey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000" spc="-1" strike="noStrike">
                <a:solidFill>
                  <a:schemeClr val="dk1"/>
                </a:solidFill>
                <a:latin typeface="Aptos"/>
              </a:rPr>
              <a:t>Üçüncü düzey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Aptos"/>
              </a:rPr>
              <a:t>Dördüncü düzey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Aptos"/>
              </a:rPr>
              <a:t>Beşinci düzey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56" name="PlaceHolder 3"/>
          <p:cNvSpPr>
            <a:spLocks noGrp="1"/>
          </p:cNvSpPr>
          <p:nvPr>
            <p:ph type="dt" idx="47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7" name="PlaceHolder 4"/>
          <p:cNvSpPr>
            <a:spLocks noGrp="1"/>
          </p:cNvSpPr>
          <p:nvPr>
            <p:ph type="ftr" idx="47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8" name="PlaceHolder 5"/>
          <p:cNvSpPr>
            <a:spLocks noGrp="1"/>
          </p:cNvSpPr>
          <p:nvPr>
            <p:ph type="sldNum" idx="48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9F6F15-21B8-4306-8AFC-6F6B6D50BDE0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72" r:id="rId2"/>
  </p:sldLayoutIdLst>
</p:sldMaster>
</file>

<file path=ppt/slideMasters/slideMaster1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60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6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4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Asıl metin stillerini düzenlemek için tıklayın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63" name="PlaceHolder 3"/>
          <p:cNvSpPr>
            <a:spLocks noGrp="1"/>
          </p:cNvSpPr>
          <p:nvPr>
            <p:ph type="dt" idx="48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4" name="PlaceHolder 4"/>
          <p:cNvSpPr>
            <a:spLocks noGrp="1"/>
          </p:cNvSpPr>
          <p:nvPr>
            <p:ph type="ftr" idx="48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5" name="PlaceHolder 5"/>
          <p:cNvSpPr>
            <a:spLocks noGrp="1"/>
          </p:cNvSpPr>
          <p:nvPr>
            <p:ph type="sldNum" idx="48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45D139-3453-4622-AD69-034C76A25FE4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74" r:id="rId2"/>
  </p:sldLayoutIdLst>
</p:sldMaster>
</file>

<file path=ppt/slideMasters/slideMaster1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6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dk1"/>
                </a:solidFill>
                <a:latin typeface="Aptos"/>
              </a:rPr>
              <a:t>İkinci düzey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000" spc="-1" strike="noStrike">
                <a:solidFill>
                  <a:schemeClr val="dk1"/>
                </a:solidFill>
                <a:latin typeface="Aptos"/>
              </a:rPr>
              <a:t>Üçüncü düzey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Aptos"/>
              </a:rPr>
              <a:t>Dördüncü düzey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Aptos"/>
              </a:rPr>
              <a:t>Beşinci düzey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6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dk1"/>
                </a:solidFill>
                <a:latin typeface="Aptos"/>
              </a:rPr>
              <a:t>İkinci düzey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000" spc="-1" strike="noStrike">
                <a:solidFill>
                  <a:schemeClr val="dk1"/>
                </a:solidFill>
                <a:latin typeface="Aptos"/>
              </a:rPr>
              <a:t>Üçüncü düzey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Aptos"/>
              </a:rPr>
              <a:t>Dördüncü düzey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Aptos"/>
              </a:rPr>
              <a:t>Beşinci düzey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69" name="PlaceHolder 4"/>
          <p:cNvSpPr>
            <a:spLocks noGrp="1"/>
          </p:cNvSpPr>
          <p:nvPr>
            <p:ph type="dt" idx="48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0" name="PlaceHolder 5"/>
          <p:cNvSpPr>
            <a:spLocks noGrp="1"/>
          </p:cNvSpPr>
          <p:nvPr>
            <p:ph type="ftr" idx="48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1" name="PlaceHolder 6"/>
          <p:cNvSpPr>
            <a:spLocks noGrp="1"/>
          </p:cNvSpPr>
          <p:nvPr>
            <p:ph type="sldNum" idx="48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28BD7D-1B46-4A1B-A9C7-5C77B24E4EE7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76" r:id="rId2"/>
  </p:sldLayoutIdLst>
</p:sldMaster>
</file>

<file path=ppt/slideMasters/slideMaster1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7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24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7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dk1"/>
                </a:solidFill>
                <a:latin typeface="Aptos"/>
              </a:rPr>
              <a:t>İkinci düzey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000" spc="-1" strike="noStrike">
                <a:solidFill>
                  <a:schemeClr val="dk1"/>
                </a:solidFill>
                <a:latin typeface="Aptos"/>
              </a:rPr>
              <a:t>Üçüncü düzey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Aptos"/>
              </a:rPr>
              <a:t>Dördüncü düzey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Aptos"/>
              </a:rPr>
              <a:t>Beşinci düzey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7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tr-TR" sz="24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7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dk1"/>
                </a:solidFill>
                <a:latin typeface="Aptos"/>
              </a:rPr>
              <a:t>İkinci düzey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000" spc="-1" strike="noStrike">
                <a:solidFill>
                  <a:schemeClr val="dk1"/>
                </a:solidFill>
                <a:latin typeface="Aptos"/>
              </a:rPr>
              <a:t>Üçüncü düzey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Aptos"/>
              </a:rPr>
              <a:t>Dördüncü düzey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1800" spc="-1" strike="noStrike">
                <a:solidFill>
                  <a:schemeClr val="dk1"/>
                </a:solidFill>
                <a:latin typeface="Aptos"/>
              </a:rPr>
              <a:t>Beşinci düzey</a:t>
            </a:r>
            <a:endParaRPr b="0" lang="en-U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80" name="PlaceHolder 6"/>
          <p:cNvSpPr>
            <a:spLocks noGrp="1"/>
          </p:cNvSpPr>
          <p:nvPr>
            <p:ph type="dt" idx="48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1" name="PlaceHolder 7"/>
          <p:cNvSpPr>
            <a:spLocks noGrp="1"/>
          </p:cNvSpPr>
          <p:nvPr>
            <p:ph type="ftr" idx="48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2" name="PlaceHolder 8"/>
          <p:cNvSpPr>
            <a:spLocks noGrp="1"/>
          </p:cNvSpPr>
          <p:nvPr>
            <p:ph type="sldNum" idx="48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B3CFDF-B0B3-46FF-94D1-B713ACC5B043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78" r:id="rId2"/>
  </p:sldLayoutIdLst>
</p:sldMaster>
</file>

<file path=ppt/slideMasters/slideMaster1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84" name="PlaceHolder 2"/>
          <p:cNvSpPr>
            <a:spLocks noGrp="1"/>
          </p:cNvSpPr>
          <p:nvPr>
            <p:ph type="dt" idx="49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5" name="PlaceHolder 3"/>
          <p:cNvSpPr>
            <a:spLocks noGrp="1"/>
          </p:cNvSpPr>
          <p:nvPr>
            <p:ph type="ftr" idx="49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6" name="PlaceHolder 4"/>
          <p:cNvSpPr>
            <a:spLocks noGrp="1"/>
          </p:cNvSpPr>
          <p:nvPr>
            <p:ph type="sldNum" idx="49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811A554-04A3-493C-BD4C-226B337E7A62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80" r:id="rId2"/>
  </p:sldLayoutIdLst>
</p:sldMaster>
</file>

<file path=ppt/slideMasters/slideMaster1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PlaceHolder 1"/>
          <p:cNvSpPr>
            <a:spLocks noGrp="1"/>
          </p:cNvSpPr>
          <p:nvPr>
            <p:ph type="dt" idx="49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9" name="PlaceHolder 2"/>
          <p:cNvSpPr>
            <a:spLocks noGrp="1"/>
          </p:cNvSpPr>
          <p:nvPr>
            <p:ph type="ftr" idx="49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0" name="PlaceHolder 3"/>
          <p:cNvSpPr>
            <a:spLocks noGrp="1"/>
          </p:cNvSpPr>
          <p:nvPr>
            <p:ph type="sldNum" idx="49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537E48-657F-40BB-AFB1-B8FBBB536A1F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82" r:id="rId2"/>
  </p:sldLayoutIdLst>
</p:sldMaster>
</file>

<file path=ppt/slideMasters/slideMaster1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32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9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32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800" spc="-1" strike="noStrike">
                <a:solidFill>
                  <a:schemeClr val="dk1"/>
                </a:solidFill>
                <a:latin typeface="Aptos"/>
              </a:rPr>
              <a:t>İkinci düzey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400" spc="-1" strike="noStrike">
                <a:solidFill>
                  <a:schemeClr val="dk1"/>
                </a:solidFill>
                <a:latin typeface="Aptos"/>
              </a:rPr>
              <a:t>Üçüncü düzey</a:t>
            </a:r>
            <a:endParaRPr b="0" lang="en-US" sz="2400" spc="-1" strike="noStrike">
              <a:solidFill>
                <a:schemeClr val="dk1"/>
              </a:solidFill>
              <a:latin typeface="Aptos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000" spc="-1" strike="noStrike">
                <a:solidFill>
                  <a:schemeClr val="dk1"/>
                </a:solidFill>
                <a:latin typeface="Aptos"/>
              </a:rPr>
              <a:t>Dördüncü düzey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tr-TR" sz="2000" spc="-1" strike="noStrike">
                <a:solidFill>
                  <a:schemeClr val="dk1"/>
                </a:solidFill>
                <a:latin typeface="Aptos"/>
              </a:rPr>
              <a:t>Beşinci düzey</a:t>
            </a:r>
            <a:endParaRPr b="0" lang="en-US" sz="20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9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94" name="PlaceHolder 4"/>
          <p:cNvSpPr>
            <a:spLocks noGrp="1"/>
          </p:cNvSpPr>
          <p:nvPr>
            <p:ph type="dt" idx="49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5" name="PlaceHolder 5"/>
          <p:cNvSpPr>
            <a:spLocks noGrp="1"/>
          </p:cNvSpPr>
          <p:nvPr>
            <p:ph type="ftr" idx="49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6" name="PlaceHolder 6"/>
          <p:cNvSpPr>
            <a:spLocks noGrp="1"/>
          </p:cNvSpPr>
          <p:nvPr>
            <p:ph type="sldNum" idx="49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965086-FEE6-4E67-9F1B-D20DA6F94FBE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84" r:id="rId2"/>
  </p:sldLayoutIdLst>
</p:sldMaster>
</file>

<file path=ppt/slideMasters/slideMaster1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3200" spc="-1" strike="noStrike">
                <a:solidFill>
                  <a:schemeClr val="dk1"/>
                </a:solidFill>
                <a:latin typeface="Aptos Display"/>
              </a:rPr>
              <a:t>Asıl başlık stilini düzenlemek için tıklayın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9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9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1600" spc="-1" strike="noStrike">
                <a:solidFill>
                  <a:schemeClr val="dk1"/>
                </a:solidFill>
                <a:latin typeface="Aptos"/>
              </a:rPr>
              <a:t>Asıl metin stillerini düzenlemek için tıklayın</a:t>
            </a:r>
            <a:endParaRPr b="0" lang="en-US" sz="16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700" name="PlaceHolder 4"/>
          <p:cNvSpPr>
            <a:spLocks noGrp="1"/>
          </p:cNvSpPr>
          <p:nvPr>
            <p:ph type="dt" idx="49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1" name="PlaceHolder 5"/>
          <p:cNvSpPr>
            <a:spLocks noGrp="1"/>
          </p:cNvSpPr>
          <p:nvPr>
            <p:ph type="ftr" idx="50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2" name="PlaceHolder 6"/>
          <p:cNvSpPr>
            <a:spLocks noGrp="1"/>
          </p:cNvSpPr>
          <p:nvPr>
            <p:ph type="sldNum" idx="50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6C8E69-44C8-4889-ADF0-51947D00E0FD}" type="slidenum">
              <a:rPr b="0" lang="en-US" sz="1200" spc="-1" strike="noStrike">
                <a:solidFill>
                  <a:schemeClr val="dk1">
                    <a:tint val="82000"/>
                  </a:schemeClr>
                </a:solidFill>
                <a:latin typeface="Apto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98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image" Target="../media/image39.png"/><Relationship Id="rId7" Type="http://schemas.openxmlformats.org/officeDocument/2006/relationships/slideLayout" Target="../slideLayouts/slideLayout4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svg"/><Relationship Id="rId3" Type="http://schemas.openxmlformats.org/officeDocument/2006/relationships/slideLayout" Target="../slideLayouts/slideLayout7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svg"/><Relationship Id="rId3" Type="http://schemas.openxmlformats.org/officeDocument/2006/relationships/image" Target="../media/image44.png"/><Relationship Id="rId4" Type="http://schemas.openxmlformats.org/officeDocument/2006/relationships/image" Target="../media/image45.svg"/><Relationship Id="rId5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3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svg"/><Relationship Id="rId3" Type="http://schemas.openxmlformats.org/officeDocument/2006/relationships/image" Target="../media/image49.png"/><Relationship Id="rId4" Type="http://schemas.openxmlformats.org/officeDocument/2006/relationships/image" Target="../media/image50.svg"/><Relationship Id="rId5" Type="http://schemas.openxmlformats.org/officeDocument/2006/relationships/image" Target="../media/image51.png"/><Relationship Id="rId6" Type="http://schemas.openxmlformats.org/officeDocument/2006/relationships/slideLayout" Target="../slideLayouts/slideLayout2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slideLayout" Target="../slideLayouts/slideLayout2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slideLayout" Target="../slideLayouts/slideLayout7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8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13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13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15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5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5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Title of Presentation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0" name="PlaceHolder 2"/>
          <p:cNvSpPr>
            <a:spLocks noGrp="1"/>
          </p:cNvSpPr>
          <p:nvPr>
            <p:ph type="subTitle"/>
          </p:nvPr>
        </p:nvSpPr>
        <p:spPr>
          <a:xfrm>
            <a:off x="1100160" y="445572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65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Course Code – Course Name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List of Members</a:t>
            </a:r>
            <a:br>
              <a:rPr sz="2400"/>
            </a:b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Student Number – Name Surname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1" name="Picture 3" descr=""/>
          <p:cNvPicPr/>
          <p:nvPr/>
        </p:nvPicPr>
        <p:blipFill>
          <a:blip r:embed="rId1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sp>
        <p:nvSpPr>
          <p:cNvPr id="1712" name="PlaceHolder 3"/>
          <p:cNvSpPr>
            <a:spLocks noGrp="1"/>
          </p:cNvSpPr>
          <p:nvPr>
            <p:ph type="sldNum" idx="505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tr-TR" sz="2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6CA5141-870D-4982-8273-74454C0E693B}" type="slidenum">
              <a:rPr b="0" lang="tr-TR" sz="200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email or other short contact information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PlaceHolder 1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 algn="ctr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Following slides include examples for the things that you need to do&amp;don’t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email or other short contact information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5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Good Slide Examples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15" name="Picture 3" descr=""/>
          <p:cNvPicPr/>
          <p:nvPr/>
        </p:nvPicPr>
        <p:blipFill>
          <a:blip r:embed="rId1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sp>
        <p:nvSpPr>
          <p:cNvPr id="1716" name="PlaceHolder 2"/>
          <p:cNvSpPr>
            <a:spLocks noGrp="1"/>
          </p:cNvSpPr>
          <p:nvPr>
            <p:ph type="ftr" idx="506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 cap="all">
                <a:solidFill>
                  <a:srgbClr val="ffffff"/>
                </a:solidFill>
                <a:latin typeface="Calibri"/>
              </a:rPr>
              <a:t>email or other short contact information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7" name="PlaceHolder 3"/>
          <p:cNvSpPr>
            <a:spLocks noGrp="1"/>
          </p:cNvSpPr>
          <p:nvPr>
            <p:ph type="sldNum" idx="507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tr-TR" sz="2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5C64801-B778-4CEC-B049-FBBC54690F08}" type="slidenum">
              <a:rPr b="0" lang="tr-TR" sz="200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8" name="Group 2"/>
          <p:cNvGrpSpPr/>
          <p:nvPr/>
        </p:nvGrpSpPr>
        <p:grpSpPr>
          <a:xfrm>
            <a:off x="4065120" y="3726720"/>
            <a:ext cx="9399240" cy="9399240"/>
            <a:chOff x="4065120" y="3726720"/>
            <a:chExt cx="9399240" cy="9399240"/>
          </a:xfrm>
        </p:grpSpPr>
        <p:sp>
          <p:nvSpPr>
            <p:cNvPr id="1719" name="Freeform 3"/>
            <p:cNvSpPr/>
            <p:nvPr/>
          </p:nvSpPr>
          <p:spPr>
            <a:xfrm>
              <a:off x="4065120" y="3726720"/>
              <a:ext cx="9399240" cy="9399240"/>
            </a:xfrm>
            <a:custGeom>
              <a:avLst/>
              <a:gdLst>
                <a:gd name="textAreaLeft" fmla="*/ 0 w 9399240"/>
                <a:gd name="textAreaRight" fmla="*/ 9399600 w 9399240"/>
                <a:gd name="textAreaTop" fmla="*/ 0 h 9399240"/>
                <a:gd name="textAreaBottom" fmla="*/ 9399600 h 939924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75b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tr-TR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20" name="TextBox 4"/>
            <p:cNvSpPr/>
            <p:nvPr/>
          </p:nvSpPr>
          <p:spPr>
            <a:xfrm>
              <a:off x="4946040" y="3947040"/>
              <a:ext cx="7636680" cy="829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772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1721" name="TextBox 5"/>
          <p:cNvSpPr/>
          <p:nvPr/>
        </p:nvSpPr>
        <p:spPr>
          <a:xfrm>
            <a:off x="1155600" y="609480"/>
            <a:ext cx="4453920" cy="28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609480">
              <a:lnSpc>
                <a:spcPts val="5559"/>
              </a:lnSpc>
            </a:pPr>
            <a:r>
              <a:rPr b="0" lang="en-US" sz="3970" spc="-1" strike="noStrike">
                <a:solidFill>
                  <a:srgbClr val="051d40"/>
                </a:solidFill>
                <a:latin typeface="Open Sans Extra Bold"/>
              </a:rPr>
              <a:t>SE 2226 </a:t>
            </a:r>
            <a:endParaRPr b="0" lang="en-US" sz="3970" spc="-1" strike="noStrike">
              <a:solidFill>
                <a:srgbClr val="000000"/>
              </a:solidFill>
              <a:latin typeface="Arial"/>
            </a:endParaRPr>
          </a:p>
          <a:p>
            <a:pPr defTabSz="609480">
              <a:lnSpc>
                <a:spcPts val="5559"/>
              </a:lnSpc>
            </a:pPr>
            <a:r>
              <a:rPr b="0" lang="en-US" sz="3970" spc="-1" strike="noStrike">
                <a:solidFill>
                  <a:srgbClr val="051d40"/>
                </a:solidFill>
                <a:latin typeface="Open Sans Extra Bold"/>
              </a:rPr>
              <a:t>Software Quality Assurance and Testing Project</a:t>
            </a:r>
            <a:endParaRPr b="0" lang="en-US" sz="397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22" name="Group 6"/>
          <p:cNvGrpSpPr/>
          <p:nvPr/>
        </p:nvGrpSpPr>
        <p:grpSpPr>
          <a:xfrm>
            <a:off x="10946880" y="-1145160"/>
            <a:ext cx="2490120" cy="2490120"/>
            <a:chOff x="10946880" y="-1145160"/>
            <a:chExt cx="2490120" cy="2490120"/>
          </a:xfrm>
        </p:grpSpPr>
        <p:sp>
          <p:nvSpPr>
            <p:cNvPr id="1723" name="Freeform 7"/>
            <p:cNvSpPr/>
            <p:nvPr/>
          </p:nvSpPr>
          <p:spPr>
            <a:xfrm>
              <a:off x="10946880" y="-1145160"/>
              <a:ext cx="2490120" cy="2490120"/>
            </a:xfrm>
            <a:custGeom>
              <a:avLst/>
              <a:gdLst>
                <a:gd name="textAreaLeft" fmla="*/ 0 w 2490120"/>
                <a:gd name="textAreaRight" fmla="*/ 2490480 w 2490120"/>
                <a:gd name="textAreaTop" fmla="*/ 0 h 2490120"/>
                <a:gd name="textAreaBottom" fmla="*/ 2490480 h 24901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w="952500">
              <a:solidFill>
                <a:srgbClr val="145da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tr-TR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24" name="TextBox 8"/>
            <p:cNvSpPr/>
            <p:nvPr/>
          </p:nvSpPr>
          <p:spPr>
            <a:xfrm>
              <a:off x="11180160" y="-1086840"/>
              <a:ext cx="2023200" cy="219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772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725" name="Group 9"/>
          <p:cNvGrpSpPr/>
          <p:nvPr/>
        </p:nvGrpSpPr>
        <p:grpSpPr>
          <a:xfrm>
            <a:off x="498600" y="-429120"/>
            <a:ext cx="857520" cy="857520"/>
            <a:chOff x="498600" y="-429120"/>
            <a:chExt cx="857520" cy="857520"/>
          </a:xfrm>
        </p:grpSpPr>
        <p:sp>
          <p:nvSpPr>
            <p:cNvPr id="1726" name="Freeform 10"/>
            <p:cNvSpPr/>
            <p:nvPr/>
          </p:nvSpPr>
          <p:spPr>
            <a:xfrm>
              <a:off x="498600" y="-429120"/>
              <a:ext cx="857520" cy="857520"/>
            </a:xfrm>
            <a:custGeom>
              <a:avLst/>
              <a:gdLst>
                <a:gd name="textAreaLeft" fmla="*/ 0 w 857520"/>
                <a:gd name="textAreaRight" fmla="*/ 857880 w 857520"/>
                <a:gd name="textAreaTop" fmla="*/ 0 h 857520"/>
                <a:gd name="textAreaBottom" fmla="*/ 857880 h 8575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b75b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tr-TR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27" name="TextBox 11"/>
            <p:cNvSpPr/>
            <p:nvPr/>
          </p:nvSpPr>
          <p:spPr>
            <a:xfrm>
              <a:off x="578880" y="-408960"/>
              <a:ext cx="696600" cy="75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772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728" name="Group 12"/>
          <p:cNvGrpSpPr/>
          <p:nvPr/>
        </p:nvGrpSpPr>
        <p:grpSpPr>
          <a:xfrm>
            <a:off x="-1286280" y="5592960"/>
            <a:ext cx="2490120" cy="2490120"/>
            <a:chOff x="-1286280" y="5592960"/>
            <a:chExt cx="2490120" cy="2490120"/>
          </a:xfrm>
        </p:grpSpPr>
        <p:sp>
          <p:nvSpPr>
            <p:cNvPr id="1729" name="Freeform 13"/>
            <p:cNvSpPr/>
            <p:nvPr/>
          </p:nvSpPr>
          <p:spPr>
            <a:xfrm>
              <a:off x="-1286280" y="5592960"/>
              <a:ext cx="2490120" cy="2490120"/>
            </a:xfrm>
            <a:custGeom>
              <a:avLst/>
              <a:gdLst>
                <a:gd name="textAreaLeft" fmla="*/ 0 w 2490120"/>
                <a:gd name="textAreaRight" fmla="*/ 2490480 w 2490120"/>
                <a:gd name="textAreaTop" fmla="*/ 0 h 2490120"/>
                <a:gd name="textAreaBottom" fmla="*/ 2490480 h 24901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w="952500">
              <a:solidFill>
                <a:srgbClr val="145da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tr-TR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30" name="TextBox 14"/>
            <p:cNvSpPr/>
            <p:nvPr/>
          </p:nvSpPr>
          <p:spPr>
            <a:xfrm>
              <a:off x="-1052640" y="5651280"/>
              <a:ext cx="2023200" cy="219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772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1731" name="Freeform 15"/>
          <p:cNvSpPr/>
          <p:nvPr/>
        </p:nvSpPr>
        <p:spPr>
          <a:xfrm>
            <a:off x="5838120" y="5015160"/>
            <a:ext cx="5852880" cy="1155600"/>
          </a:xfrm>
          <a:custGeom>
            <a:avLst/>
            <a:gdLst>
              <a:gd name="textAreaLeft" fmla="*/ 0 w 5852880"/>
              <a:gd name="textAreaRight" fmla="*/ 5853240 w 5852880"/>
              <a:gd name="textAreaTop" fmla="*/ 0 h 1155600"/>
              <a:gd name="textAreaBottom" fmla="*/ 1155960 h 1155600"/>
            </a:gdLst>
            <a:ahLst/>
            <a:rect l="textAreaLeft" t="textAreaTop" r="textAreaRight" b="textAreaBottom"/>
            <a:pathLst>
              <a:path w="8779632" h="1733977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609480">
              <a:lnSpc>
                <a:spcPct val="100000"/>
              </a:lnSpc>
            </a:pPr>
            <a:endParaRPr b="0" lang="tr-TR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2" name="TextBox 16"/>
          <p:cNvSpPr/>
          <p:nvPr/>
        </p:nvSpPr>
        <p:spPr>
          <a:xfrm>
            <a:off x="1155600" y="3484440"/>
            <a:ext cx="4910400" cy="228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609480">
              <a:lnSpc>
                <a:spcPts val="2571"/>
              </a:lnSpc>
            </a:pPr>
            <a:r>
              <a:rPr b="1" lang="en-US" sz="1829" spc="-38" strike="noStrike">
                <a:solidFill>
                  <a:srgbClr val="051d40"/>
                </a:solidFill>
                <a:latin typeface="Poppins Bold"/>
              </a:rPr>
              <a:t>Department:</a:t>
            </a:r>
            <a:endParaRPr b="0" lang="en-US" sz="1829" spc="-1" strike="noStrike">
              <a:solidFill>
                <a:srgbClr val="000000"/>
              </a:solidFill>
              <a:latin typeface="Arial"/>
            </a:endParaRPr>
          </a:p>
          <a:p>
            <a:pPr defTabSz="609480">
              <a:lnSpc>
                <a:spcPts val="2571"/>
              </a:lnSpc>
            </a:pPr>
            <a:r>
              <a:rPr b="0" lang="en-US" sz="1829" spc="-38" strike="noStrike">
                <a:solidFill>
                  <a:srgbClr val="051d40"/>
                </a:solidFill>
                <a:latin typeface="Poppins"/>
              </a:rPr>
              <a:t>Software Engineering</a:t>
            </a:r>
            <a:endParaRPr b="0" lang="en-US" sz="1829" spc="-1" strike="noStrike">
              <a:solidFill>
                <a:srgbClr val="000000"/>
              </a:solidFill>
              <a:latin typeface="Arial"/>
            </a:endParaRPr>
          </a:p>
          <a:p>
            <a:pPr defTabSz="609480">
              <a:lnSpc>
                <a:spcPts val="2571"/>
              </a:lnSpc>
            </a:pPr>
            <a:r>
              <a:rPr b="1" lang="en-US" sz="1829" spc="-38" strike="noStrike">
                <a:solidFill>
                  <a:srgbClr val="051d40"/>
                </a:solidFill>
                <a:latin typeface="Poppins Bold"/>
              </a:rPr>
              <a:t>Lecturer:</a:t>
            </a:r>
            <a:endParaRPr b="0" lang="en-US" sz="1829" spc="-1" strike="noStrike">
              <a:solidFill>
                <a:srgbClr val="000000"/>
              </a:solidFill>
              <a:latin typeface="Arial"/>
            </a:endParaRPr>
          </a:p>
          <a:p>
            <a:pPr defTabSz="609480">
              <a:lnSpc>
                <a:spcPts val="2571"/>
              </a:lnSpc>
            </a:pPr>
            <a:r>
              <a:rPr b="0" lang="en-US" sz="1829" spc="-38" strike="noStrike">
                <a:solidFill>
                  <a:srgbClr val="051d40"/>
                </a:solidFill>
                <a:latin typeface="Poppins"/>
              </a:rPr>
              <a:t>Doç. Dr. Korhan Karabulut</a:t>
            </a:r>
            <a:endParaRPr b="0" lang="en-US" sz="1829" spc="-1" strike="noStrike">
              <a:solidFill>
                <a:srgbClr val="000000"/>
              </a:solidFill>
              <a:latin typeface="Arial"/>
            </a:endParaRPr>
          </a:p>
          <a:p>
            <a:pPr defTabSz="609480">
              <a:lnSpc>
                <a:spcPts val="2571"/>
              </a:lnSpc>
            </a:pPr>
            <a:r>
              <a:rPr b="0" lang="en-US" sz="1829" spc="-38" strike="noStrike">
                <a:solidFill>
                  <a:srgbClr val="051d40"/>
                </a:solidFill>
                <a:latin typeface="Poppins Bold"/>
              </a:rPr>
              <a:t>Prepared By:</a:t>
            </a:r>
            <a:endParaRPr b="0" lang="en-US" sz="1829" spc="-1" strike="noStrike">
              <a:solidFill>
                <a:srgbClr val="000000"/>
              </a:solidFill>
              <a:latin typeface="Arial"/>
            </a:endParaRPr>
          </a:p>
          <a:p>
            <a:pPr defTabSz="609480">
              <a:lnSpc>
                <a:spcPts val="2571"/>
              </a:lnSpc>
            </a:pPr>
            <a:r>
              <a:rPr b="0" lang="en-US" sz="1829" spc="-38" strike="noStrike">
                <a:solidFill>
                  <a:srgbClr val="051d40"/>
                </a:solidFill>
                <a:latin typeface="Poppins"/>
              </a:rPr>
              <a:t>XXX- 20070000000</a:t>
            </a:r>
            <a:endParaRPr b="0" lang="en-US" sz="1829" spc="-1" strike="noStrike">
              <a:solidFill>
                <a:srgbClr val="000000"/>
              </a:solidFill>
              <a:latin typeface="Arial"/>
            </a:endParaRPr>
          </a:p>
          <a:p>
            <a:pPr defTabSz="609480">
              <a:lnSpc>
                <a:spcPts val="2571"/>
              </a:lnSpc>
            </a:pPr>
            <a:r>
              <a:rPr b="0" lang="en-US" sz="1829" spc="-38" strike="noStrike">
                <a:solidFill>
                  <a:srgbClr val="051d40"/>
                </a:solidFill>
                <a:latin typeface="Poppins"/>
              </a:rPr>
              <a:t>YYY - 20070000000</a:t>
            </a:r>
            <a:endParaRPr b="0" lang="en-US" sz="1829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33" name="Group 17"/>
          <p:cNvGrpSpPr/>
          <p:nvPr/>
        </p:nvGrpSpPr>
        <p:grpSpPr>
          <a:xfrm>
            <a:off x="5716080" y="2095560"/>
            <a:ext cx="6097320" cy="3497040"/>
            <a:chOff x="5716080" y="2095560"/>
            <a:chExt cx="6097320" cy="3497040"/>
          </a:xfrm>
        </p:grpSpPr>
        <p:sp>
          <p:nvSpPr>
            <p:cNvPr id="1734" name="Freeform 18"/>
            <p:cNvSpPr/>
            <p:nvPr/>
          </p:nvSpPr>
          <p:spPr>
            <a:xfrm>
              <a:off x="6301080" y="2112120"/>
              <a:ext cx="4928400" cy="3305160"/>
            </a:xfrm>
            <a:custGeom>
              <a:avLst/>
              <a:gdLst>
                <a:gd name="textAreaLeft" fmla="*/ 0 w 4928400"/>
                <a:gd name="textAreaRight" fmla="*/ 4928760 w 4928400"/>
                <a:gd name="textAreaTop" fmla="*/ 0 h 3305160"/>
                <a:gd name="textAreaBottom" fmla="*/ 3305520 h 3305160"/>
              </a:gdLst>
              <a:ahLst/>
              <a:rect l="textAreaLeft" t="textAreaTop" r="textAreaRight" b="textAreaBottom"/>
              <a:pathLst>
                <a:path w="6451600" h="432689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145d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tr-TR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35" name="Freeform 19"/>
            <p:cNvSpPr/>
            <p:nvPr/>
          </p:nvSpPr>
          <p:spPr>
            <a:xfrm>
              <a:off x="5716080" y="2095560"/>
              <a:ext cx="6097320" cy="3470040"/>
            </a:xfrm>
            <a:custGeom>
              <a:avLst/>
              <a:gdLst>
                <a:gd name="textAreaLeft" fmla="*/ 0 w 6097320"/>
                <a:gd name="textAreaRight" fmla="*/ 6097680 w 6097320"/>
                <a:gd name="textAreaTop" fmla="*/ 0 h 3470040"/>
                <a:gd name="textAreaBottom" fmla="*/ 3470400 h 3470040"/>
              </a:gdLst>
              <a:ahLst/>
              <a:rect l="textAreaLeft" t="textAreaTop" r="textAreaRight" b="textAreaBottom"/>
              <a:pathLst>
                <a:path w="7981950" h="454279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145d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tr-TR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36" name="Freeform 20"/>
            <p:cNvSpPr/>
            <p:nvPr/>
          </p:nvSpPr>
          <p:spPr>
            <a:xfrm>
              <a:off x="8359920" y="5418360"/>
              <a:ext cx="808920" cy="73440"/>
            </a:xfrm>
            <a:custGeom>
              <a:avLst/>
              <a:gdLst>
                <a:gd name="textAreaLeft" fmla="*/ 0 w 808920"/>
                <a:gd name="textAreaRight" fmla="*/ 809280 w 808920"/>
                <a:gd name="textAreaTop" fmla="*/ 0 h 73440"/>
                <a:gd name="textAreaBottom" fmla="*/ 73800 h 73440"/>
              </a:gdLst>
              <a:ahLst/>
              <a:rect l="textAreaLeft" t="textAreaTop" r="textAreaRight" b="textAreaBottom"/>
              <a:pathLst>
                <a:path w="1059180" h="9652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fdfdf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8800" bIns="288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tr-TR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37" name="Freeform 21"/>
            <p:cNvSpPr/>
            <p:nvPr/>
          </p:nvSpPr>
          <p:spPr>
            <a:xfrm>
              <a:off x="5841000" y="5565960"/>
              <a:ext cx="5847120" cy="26640"/>
            </a:xfrm>
            <a:custGeom>
              <a:avLst/>
              <a:gdLst>
                <a:gd name="textAreaLeft" fmla="*/ 0 w 5847120"/>
                <a:gd name="textAreaRight" fmla="*/ 5847480 w 5847120"/>
                <a:gd name="textAreaTop" fmla="*/ 0 h 26640"/>
                <a:gd name="textAreaBottom" fmla="*/ 27000 h 26640"/>
              </a:gdLst>
              <a:ahLst/>
              <a:rect l="textAreaLeft" t="textAreaTop" r="textAreaRight" b="textAreaBottom"/>
              <a:pathLst>
                <a:path w="7654290" h="3556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dfdf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tr-TR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38" name="Freeform 22"/>
            <p:cNvSpPr/>
            <p:nvPr/>
          </p:nvSpPr>
          <p:spPr>
            <a:xfrm>
              <a:off x="6451200" y="2306880"/>
              <a:ext cx="4625640" cy="2894760"/>
            </a:xfrm>
            <a:custGeom>
              <a:avLst/>
              <a:gdLst>
                <a:gd name="textAreaLeft" fmla="*/ 0 w 4625640"/>
                <a:gd name="textAreaRight" fmla="*/ 4626000 w 4625640"/>
                <a:gd name="textAreaTop" fmla="*/ 0 h 2894760"/>
                <a:gd name="textAreaBottom" fmla="*/ 2895120 h 2894760"/>
              </a:gdLst>
              <a:ahLst/>
              <a:rect l="textAreaLeft" t="textAreaTop" r="textAreaRight" b="textAreaBottom"/>
              <a:pathLst>
                <a:path w="6055360" h="378968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tr-TR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CONTENT or OUTLINE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4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47372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Brief Introduction Part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Sub sections you have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About Your Project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Sub sections you have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Results/Future Work or Other Things 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Sub sections you have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Questions &amp; Discussion (Optional)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741" name="PlaceHolder 3"/>
          <p:cNvSpPr>
            <a:spLocks noGrp="1"/>
          </p:cNvSpPr>
          <p:nvPr>
            <p:ph type="ftr" idx="508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s-E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ES" sz="900" spc="-1" strike="noStrike" cap="all">
                <a:solidFill>
                  <a:srgbClr val="ffffff"/>
                </a:solidFill>
                <a:latin typeface="Calibri"/>
              </a:rPr>
              <a:t>Contact Info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2" name="PlaceHolder 4"/>
          <p:cNvSpPr>
            <a:spLocks noGrp="1"/>
          </p:cNvSpPr>
          <p:nvPr>
            <p:ph type="sldNum" idx="50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C3301F2-3A92-4C25-8DAB-0CA637B07464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743" name="Picture 5" descr=""/>
          <p:cNvPicPr/>
          <p:nvPr/>
        </p:nvPicPr>
        <p:blipFill>
          <a:blip r:embed="rId1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4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45" name="TextBox 2"/>
          <p:cNvSpPr/>
          <p:nvPr/>
        </p:nvSpPr>
        <p:spPr>
          <a:xfrm>
            <a:off x="838080" y="695160"/>
            <a:ext cx="10515240" cy="113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3600" spc="1498" strike="noStrike">
                <a:solidFill>
                  <a:srgbClr val="747474"/>
                </a:solidFill>
                <a:latin typeface="Abadi Extra Light"/>
              </a:rPr>
              <a:t>OVERVIEW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2863509104"/>
              </p:ext>
            </p:extLst>
          </p:nvPr>
        </p:nvGraphicFramePr>
        <p:xfrm>
          <a:off x="838080" y="1828800"/>
          <a:ext cx="10515240" cy="4352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1746" name="Picture 4" descr="Testing - Free computer icons"/>
          <p:cNvPicPr/>
          <p:nvPr/>
        </p:nvPicPr>
        <p:blipFill>
          <a:blip r:embed="rId6"/>
          <a:stretch/>
        </p:blipFill>
        <p:spPr>
          <a:xfrm>
            <a:off x="6677640" y="4646880"/>
            <a:ext cx="739080" cy="73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7" name="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1748" name="Rectangl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659840" cy="68576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1749" name="Isosceles Triangl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4660560" y="360"/>
            <a:ext cx="1056240" cy="6857640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1750" name="PlaceHolder 1"/>
          <p:cNvSpPr>
            <a:spLocks noGrp="1"/>
          </p:cNvSpPr>
          <p:nvPr>
            <p:ph type="title"/>
          </p:nvPr>
        </p:nvSpPr>
        <p:spPr>
          <a:xfrm>
            <a:off x="673920" y="643320"/>
            <a:ext cx="4202640" cy="137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3600" spc="-1" strike="noStrike">
                <a:solidFill>
                  <a:schemeClr val="lt1"/>
                </a:solidFill>
                <a:latin typeface="Trebuchet MS"/>
              </a:rPr>
              <a:t>INTRODUCTION / OUTLINE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751" name="PlaceHolder 2"/>
          <p:cNvSpPr>
            <a:spLocks noGrp="1"/>
          </p:cNvSpPr>
          <p:nvPr>
            <p:ph/>
          </p:nvPr>
        </p:nvSpPr>
        <p:spPr>
          <a:xfrm>
            <a:off x="673920" y="2160720"/>
            <a:ext cx="3973680" cy="343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lt1"/>
                </a:solidFill>
                <a:latin typeface="Trebuchet MS"/>
              </a:rPr>
              <a:t>Blackbox Testing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lt1"/>
                </a:solidFill>
                <a:latin typeface="Trebuchet MS"/>
              </a:rPr>
              <a:t>Equivalence Partitioning and Boundary Value Analysis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lt1"/>
                </a:solidFill>
                <a:latin typeface="Trebuchet MS"/>
              </a:rPr>
              <a:t>Use Case Testing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800" spc="-1" strike="noStrike">
                <a:solidFill>
                  <a:schemeClr val="lt1"/>
                </a:solidFill>
                <a:latin typeface="Trebuchet MS"/>
              </a:rPr>
              <a:t>Whitebox Testing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lt1"/>
                </a:solidFill>
                <a:latin typeface="Trebuchet MS"/>
              </a:rPr>
              <a:t>Security Testing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5fcbef"/>
              </a:buClr>
              <a:buSzPct val="80000"/>
              <a:buFont typeface="Wingdings 3" charset="2"/>
              <a:buChar char=""/>
            </a:pPr>
            <a:r>
              <a:rPr b="0" lang="tr-TR" sz="1600" spc="-1" strike="noStrike">
                <a:solidFill>
                  <a:schemeClr val="lt1"/>
                </a:solidFill>
                <a:latin typeface="Trebuchet MS"/>
              </a:rPr>
              <a:t>Unit Testing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</a:pP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pic>
        <p:nvPicPr>
          <p:cNvPr id="1752" name="Graphic 23" descr="Kontrol listesi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217560" y="972720"/>
            <a:ext cx="4899960" cy="4899960"/>
          </a:xfrm>
          <a:prstGeom prst="rect">
            <a:avLst/>
          </a:prstGeom>
          <a:ln w="0">
            <a:noFill/>
          </a:ln>
        </p:spPr>
      </p:pic>
      <p:sp>
        <p:nvSpPr>
          <p:cNvPr id="1753" name="Isosceles Tri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755080" y="4013280"/>
            <a:ext cx="448200" cy="284436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>
            <a:outerShdw blurRad="38160" dir="5400000" dist="2556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4" name="Group 2"/>
          <p:cNvGrpSpPr/>
          <p:nvPr/>
        </p:nvGrpSpPr>
        <p:grpSpPr>
          <a:xfrm>
            <a:off x="-915480" y="-877320"/>
            <a:ext cx="2332800" cy="8936640"/>
            <a:chOff x="-915480" y="-877320"/>
            <a:chExt cx="2332800" cy="8936640"/>
          </a:xfrm>
        </p:grpSpPr>
        <p:sp>
          <p:nvSpPr>
            <p:cNvPr id="1755" name="Freeform 3"/>
            <p:cNvSpPr/>
            <p:nvPr/>
          </p:nvSpPr>
          <p:spPr>
            <a:xfrm>
              <a:off x="-915480" y="-877320"/>
              <a:ext cx="2332800" cy="8936640"/>
            </a:xfrm>
            <a:custGeom>
              <a:avLst/>
              <a:gdLst>
                <a:gd name="textAreaLeft" fmla="*/ 0 w 2332800"/>
                <a:gd name="textAreaRight" fmla="*/ 2333160 w 2332800"/>
                <a:gd name="textAreaTop" fmla="*/ 0 h 8936640"/>
                <a:gd name="textAreaBottom" fmla="*/ 8937000 h 8936640"/>
              </a:gdLst>
              <a:ahLst/>
              <a:rect l="textAreaLeft" t="textAreaTop" r="textAreaRight" b="textAreaBottom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fffffe"/>
            </a:solidFill>
            <a:ln cap="sq" w="19050">
              <a:solidFill>
                <a:srgbClr val="03203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56" name="TextBox 4"/>
            <p:cNvSpPr/>
            <p:nvPr/>
          </p:nvSpPr>
          <p:spPr>
            <a:xfrm>
              <a:off x="-696600" y="-353520"/>
              <a:ext cx="1895400" cy="757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772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757" name="Group 5"/>
          <p:cNvGrpSpPr/>
          <p:nvPr/>
        </p:nvGrpSpPr>
        <p:grpSpPr>
          <a:xfrm>
            <a:off x="6593400" y="-4002120"/>
            <a:ext cx="7329240" cy="7329240"/>
            <a:chOff x="6593400" y="-4002120"/>
            <a:chExt cx="7329240" cy="7329240"/>
          </a:xfrm>
        </p:grpSpPr>
        <p:sp>
          <p:nvSpPr>
            <p:cNvPr id="1758" name="Freeform 6"/>
            <p:cNvSpPr/>
            <p:nvPr/>
          </p:nvSpPr>
          <p:spPr>
            <a:xfrm>
              <a:off x="6593400" y="-4002120"/>
              <a:ext cx="7329240" cy="7329240"/>
            </a:xfrm>
            <a:custGeom>
              <a:avLst/>
              <a:gdLst>
                <a:gd name="textAreaLeft" fmla="*/ 0 w 7329240"/>
                <a:gd name="textAreaRight" fmla="*/ 7329600 w 7329240"/>
                <a:gd name="textAreaTop" fmla="*/ 0 h 7329240"/>
                <a:gd name="textAreaBottom" fmla="*/ 7329600 h 732924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w="57150">
              <a:solidFill>
                <a:srgbClr val="00529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59" name="TextBox 7"/>
            <p:cNvSpPr/>
            <p:nvPr/>
          </p:nvSpPr>
          <p:spPr>
            <a:xfrm>
              <a:off x="7280280" y="-3572640"/>
              <a:ext cx="5955120" cy="621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772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760" name="Group 8"/>
          <p:cNvGrpSpPr/>
          <p:nvPr/>
        </p:nvGrpSpPr>
        <p:grpSpPr>
          <a:xfrm>
            <a:off x="470880" y="1301400"/>
            <a:ext cx="661320" cy="661320"/>
            <a:chOff x="470880" y="1301400"/>
            <a:chExt cx="661320" cy="661320"/>
          </a:xfrm>
        </p:grpSpPr>
        <p:sp>
          <p:nvSpPr>
            <p:cNvPr id="1761" name="Freeform 9"/>
            <p:cNvSpPr/>
            <p:nvPr/>
          </p:nvSpPr>
          <p:spPr>
            <a:xfrm>
              <a:off x="470880" y="1301400"/>
              <a:ext cx="661320" cy="661320"/>
            </a:xfrm>
            <a:custGeom>
              <a:avLst/>
              <a:gdLst>
                <a:gd name="textAreaLeft" fmla="*/ 0 w 661320"/>
                <a:gd name="textAreaRight" fmla="*/ 661680 w 661320"/>
                <a:gd name="textAreaTop" fmla="*/ 0 h 661320"/>
                <a:gd name="textAreaBottom" fmla="*/ 661680 h 66132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29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62" name="TextBox 10"/>
            <p:cNvSpPr/>
            <p:nvPr/>
          </p:nvSpPr>
          <p:spPr>
            <a:xfrm>
              <a:off x="532800" y="1316880"/>
              <a:ext cx="537120" cy="58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2520"/>
                </a:lnSpc>
              </a:pPr>
              <a:r>
                <a:rPr b="0" lang="en-US" sz="1800" spc="-1" strike="noStrike">
                  <a:solidFill>
                    <a:srgbClr val="fffefe"/>
                  </a:solidFill>
                  <a:latin typeface="Gotham"/>
                </a:rPr>
                <a:t>1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63" name="Group 11"/>
          <p:cNvGrpSpPr/>
          <p:nvPr/>
        </p:nvGrpSpPr>
        <p:grpSpPr>
          <a:xfrm>
            <a:off x="632160" y="2964960"/>
            <a:ext cx="338400" cy="362160"/>
            <a:chOff x="632160" y="2964960"/>
            <a:chExt cx="338400" cy="362160"/>
          </a:xfrm>
        </p:grpSpPr>
        <p:sp>
          <p:nvSpPr>
            <p:cNvPr id="1764" name="Freeform 12"/>
            <p:cNvSpPr/>
            <p:nvPr/>
          </p:nvSpPr>
          <p:spPr>
            <a:xfrm>
              <a:off x="632160" y="2964960"/>
              <a:ext cx="338400" cy="362160"/>
            </a:xfrm>
            <a:custGeom>
              <a:avLst/>
              <a:gdLst>
                <a:gd name="textAreaLeft" fmla="*/ 0 w 338400"/>
                <a:gd name="textAreaRight" fmla="*/ 338760 w 33840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cap="sq" w="9525">
              <a:solidFill>
                <a:srgbClr val="00529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65" name="TextBox 13"/>
            <p:cNvSpPr/>
            <p:nvPr/>
          </p:nvSpPr>
          <p:spPr>
            <a:xfrm>
              <a:off x="663840" y="2986920"/>
              <a:ext cx="275040" cy="306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587"/>
                </a:lnSpc>
              </a:pPr>
              <a:r>
                <a:rPr b="0" lang="en-US" sz="1130" spc="-1" strike="noStrike">
                  <a:solidFill>
                    <a:srgbClr val="191919"/>
                  </a:solidFill>
                  <a:latin typeface="Gotham"/>
                </a:rPr>
                <a:t>4</a:t>
              </a:r>
              <a:endParaRPr b="0" lang="en-US" sz="113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66" name="Group 14"/>
          <p:cNvGrpSpPr/>
          <p:nvPr/>
        </p:nvGrpSpPr>
        <p:grpSpPr>
          <a:xfrm>
            <a:off x="632160" y="2071440"/>
            <a:ext cx="338400" cy="362160"/>
            <a:chOff x="632160" y="2071440"/>
            <a:chExt cx="338400" cy="362160"/>
          </a:xfrm>
        </p:grpSpPr>
        <p:sp>
          <p:nvSpPr>
            <p:cNvPr id="1767" name="Freeform 15"/>
            <p:cNvSpPr/>
            <p:nvPr/>
          </p:nvSpPr>
          <p:spPr>
            <a:xfrm>
              <a:off x="632160" y="2071440"/>
              <a:ext cx="338400" cy="362160"/>
            </a:xfrm>
            <a:custGeom>
              <a:avLst/>
              <a:gdLst>
                <a:gd name="textAreaLeft" fmla="*/ 0 w 338400"/>
                <a:gd name="textAreaRight" fmla="*/ 338760 w 33840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cap="sq" w="9525">
              <a:solidFill>
                <a:srgbClr val="00529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68" name="TextBox 16"/>
            <p:cNvSpPr/>
            <p:nvPr/>
          </p:nvSpPr>
          <p:spPr>
            <a:xfrm>
              <a:off x="663840" y="2093760"/>
              <a:ext cx="275040" cy="306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587"/>
                </a:lnSpc>
              </a:pPr>
              <a:r>
                <a:rPr b="0" lang="en-US" sz="1130" spc="-1" strike="noStrike">
                  <a:solidFill>
                    <a:srgbClr val="191919"/>
                  </a:solidFill>
                  <a:latin typeface="Gotham"/>
                </a:rPr>
                <a:t>2</a:t>
              </a:r>
              <a:endParaRPr b="0" lang="en-US" sz="113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69" name="Group 17"/>
          <p:cNvGrpSpPr/>
          <p:nvPr/>
        </p:nvGrpSpPr>
        <p:grpSpPr>
          <a:xfrm>
            <a:off x="632160" y="3410640"/>
            <a:ext cx="338400" cy="362160"/>
            <a:chOff x="632160" y="3410640"/>
            <a:chExt cx="338400" cy="362160"/>
          </a:xfrm>
        </p:grpSpPr>
        <p:sp>
          <p:nvSpPr>
            <p:cNvPr id="1770" name="Freeform 18"/>
            <p:cNvSpPr/>
            <p:nvPr/>
          </p:nvSpPr>
          <p:spPr>
            <a:xfrm>
              <a:off x="632160" y="3410640"/>
              <a:ext cx="338400" cy="362160"/>
            </a:xfrm>
            <a:custGeom>
              <a:avLst/>
              <a:gdLst>
                <a:gd name="textAreaLeft" fmla="*/ 0 w 338400"/>
                <a:gd name="textAreaRight" fmla="*/ 338760 w 33840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cap="sq" w="9525">
              <a:solidFill>
                <a:srgbClr val="00529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71" name="TextBox 19"/>
            <p:cNvSpPr/>
            <p:nvPr/>
          </p:nvSpPr>
          <p:spPr>
            <a:xfrm>
              <a:off x="663840" y="3432600"/>
              <a:ext cx="275040" cy="306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587"/>
                </a:lnSpc>
              </a:pPr>
              <a:r>
                <a:rPr b="0" lang="en-US" sz="1130" spc="-1" strike="noStrike">
                  <a:solidFill>
                    <a:srgbClr val="191919"/>
                  </a:solidFill>
                  <a:latin typeface="Gotham"/>
                </a:rPr>
                <a:t>5</a:t>
              </a:r>
              <a:endParaRPr b="0" lang="en-US" sz="113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72" name="Group 20"/>
          <p:cNvGrpSpPr/>
          <p:nvPr/>
        </p:nvGrpSpPr>
        <p:grpSpPr>
          <a:xfrm>
            <a:off x="632160" y="2517480"/>
            <a:ext cx="338400" cy="362160"/>
            <a:chOff x="632160" y="2517480"/>
            <a:chExt cx="338400" cy="362160"/>
          </a:xfrm>
        </p:grpSpPr>
        <p:sp>
          <p:nvSpPr>
            <p:cNvPr id="1773" name="Freeform 21"/>
            <p:cNvSpPr/>
            <p:nvPr/>
          </p:nvSpPr>
          <p:spPr>
            <a:xfrm>
              <a:off x="632160" y="2517480"/>
              <a:ext cx="338400" cy="362160"/>
            </a:xfrm>
            <a:custGeom>
              <a:avLst/>
              <a:gdLst>
                <a:gd name="textAreaLeft" fmla="*/ 0 w 338400"/>
                <a:gd name="textAreaRight" fmla="*/ 338760 w 33840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cap="sq" w="9525">
              <a:solidFill>
                <a:srgbClr val="00529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74" name="TextBox 22"/>
            <p:cNvSpPr/>
            <p:nvPr/>
          </p:nvSpPr>
          <p:spPr>
            <a:xfrm>
              <a:off x="663840" y="2539800"/>
              <a:ext cx="275040" cy="306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587"/>
                </a:lnSpc>
              </a:pPr>
              <a:r>
                <a:rPr b="0" lang="en-US" sz="1130" spc="-1" strike="noStrike">
                  <a:solidFill>
                    <a:srgbClr val="191919"/>
                  </a:solidFill>
                  <a:latin typeface="Gotham"/>
                </a:rPr>
                <a:t>3</a:t>
              </a:r>
              <a:endParaRPr b="0" lang="en-US" sz="113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75" name="Group 23"/>
          <p:cNvGrpSpPr/>
          <p:nvPr/>
        </p:nvGrpSpPr>
        <p:grpSpPr>
          <a:xfrm>
            <a:off x="632160" y="4303800"/>
            <a:ext cx="338400" cy="362160"/>
            <a:chOff x="632160" y="4303800"/>
            <a:chExt cx="338400" cy="362160"/>
          </a:xfrm>
        </p:grpSpPr>
        <p:sp>
          <p:nvSpPr>
            <p:cNvPr id="1776" name="Freeform 24"/>
            <p:cNvSpPr/>
            <p:nvPr/>
          </p:nvSpPr>
          <p:spPr>
            <a:xfrm>
              <a:off x="632160" y="4303800"/>
              <a:ext cx="338400" cy="362160"/>
            </a:xfrm>
            <a:custGeom>
              <a:avLst/>
              <a:gdLst>
                <a:gd name="textAreaLeft" fmla="*/ 0 w 338400"/>
                <a:gd name="textAreaRight" fmla="*/ 338760 w 33840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cap="sq" w="9525">
              <a:solidFill>
                <a:srgbClr val="00529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77" name="TextBox 25"/>
            <p:cNvSpPr/>
            <p:nvPr/>
          </p:nvSpPr>
          <p:spPr>
            <a:xfrm>
              <a:off x="663840" y="4325760"/>
              <a:ext cx="275040" cy="306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587"/>
                </a:lnSpc>
              </a:pPr>
              <a:r>
                <a:rPr b="0" lang="en-US" sz="1130" spc="-1" strike="noStrike">
                  <a:solidFill>
                    <a:srgbClr val="191919"/>
                  </a:solidFill>
                  <a:latin typeface="Gotham"/>
                </a:rPr>
                <a:t>7</a:t>
              </a:r>
              <a:endParaRPr b="0" lang="en-US" sz="113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78" name="Group 26"/>
          <p:cNvGrpSpPr/>
          <p:nvPr/>
        </p:nvGrpSpPr>
        <p:grpSpPr>
          <a:xfrm>
            <a:off x="632160" y="3856680"/>
            <a:ext cx="338400" cy="362160"/>
            <a:chOff x="632160" y="3856680"/>
            <a:chExt cx="338400" cy="362160"/>
          </a:xfrm>
        </p:grpSpPr>
        <p:sp>
          <p:nvSpPr>
            <p:cNvPr id="1779" name="Freeform 27"/>
            <p:cNvSpPr/>
            <p:nvPr/>
          </p:nvSpPr>
          <p:spPr>
            <a:xfrm>
              <a:off x="632160" y="3856680"/>
              <a:ext cx="338400" cy="362160"/>
            </a:xfrm>
            <a:custGeom>
              <a:avLst/>
              <a:gdLst>
                <a:gd name="textAreaLeft" fmla="*/ 0 w 338400"/>
                <a:gd name="textAreaRight" fmla="*/ 338760 w 33840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cap="sq" w="9525">
              <a:solidFill>
                <a:srgbClr val="00529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80" name="TextBox 28"/>
            <p:cNvSpPr/>
            <p:nvPr/>
          </p:nvSpPr>
          <p:spPr>
            <a:xfrm>
              <a:off x="663840" y="3878640"/>
              <a:ext cx="275040" cy="306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587"/>
                </a:lnSpc>
              </a:pPr>
              <a:r>
                <a:rPr b="0" lang="en-US" sz="1130" spc="-1" strike="noStrike">
                  <a:solidFill>
                    <a:srgbClr val="191919"/>
                  </a:solidFill>
                  <a:latin typeface="Gotham"/>
                </a:rPr>
                <a:t>6</a:t>
              </a:r>
              <a:endParaRPr b="0" lang="en-US" sz="113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81" name="Group 29"/>
          <p:cNvGrpSpPr/>
          <p:nvPr/>
        </p:nvGrpSpPr>
        <p:grpSpPr>
          <a:xfrm>
            <a:off x="632160" y="4748760"/>
            <a:ext cx="338400" cy="362160"/>
            <a:chOff x="632160" y="4748760"/>
            <a:chExt cx="338400" cy="362160"/>
          </a:xfrm>
        </p:grpSpPr>
        <p:sp>
          <p:nvSpPr>
            <p:cNvPr id="1782" name="Freeform 30"/>
            <p:cNvSpPr/>
            <p:nvPr/>
          </p:nvSpPr>
          <p:spPr>
            <a:xfrm>
              <a:off x="632160" y="4748760"/>
              <a:ext cx="338400" cy="362160"/>
            </a:xfrm>
            <a:custGeom>
              <a:avLst/>
              <a:gdLst>
                <a:gd name="textAreaLeft" fmla="*/ 0 w 338400"/>
                <a:gd name="textAreaRight" fmla="*/ 338760 w 33840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cap="sq" w="9525">
              <a:solidFill>
                <a:srgbClr val="00529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83" name="TextBox 31"/>
            <p:cNvSpPr/>
            <p:nvPr/>
          </p:nvSpPr>
          <p:spPr>
            <a:xfrm>
              <a:off x="663840" y="4771080"/>
              <a:ext cx="275040" cy="306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587"/>
                </a:lnSpc>
              </a:pPr>
              <a:r>
                <a:rPr b="0" lang="en-US" sz="1130" spc="-1" strike="noStrike">
                  <a:solidFill>
                    <a:srgbClr val="191919"/>
                  </a:solidFill>
                  <a:latin typeface="Gotham"/>
                </a:rPr>
                <a:t>8</a:t>
              </a:r>
              <a:endParaRPr b="0" lang="en-US" sz="113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84" name="Group 32"/>
          <p:cNvGrpSpPr/>
          <p:nvPr/>
        </p:nvGrpSpPr>
        <p:grpSpPr>
          <a:xfrm>
            <a:off x="632160" y="5194080"/>
            <a:ext cx="338400" cy="362160"/>
            <a:chOff x="632160" y="5194080"/>
            <a:chExt cx="338400" cy="362160"/>
          </a:xfrm>
        </p:grpSpPr>
        <p:sp>
          <p:nvSpPr>
            <p:cNvPr id="1785" name="Freeform 33"/>
            <p:cNvSpPr/>
            <p:nvPr/>
          </p:nvSpPr>
          <p:spPr>
            <a:xfrm>
              <a:off x="632160" y="5194080"/>
              <a:ext cx="338400" cy="362160"/>
            </a:xfrm>
            <a:custGeom>
              <a:avLst/>
              <a:gdLst>
                <a:gd name="textAreaLeft" fmla="*/ 0 w 338400"/>
                <a:gd name="textAreaRight" fmla="*/ 338760 w 338400"/>
                <a:gd name="textAreaTop" fmla="*/ 0 h 362160"/>
                <a:gd name="textAreaBottom" fmla="*/ 362520 h 362160"/>
              </a:gdLst>
              <a:ahLst/>
              <a:rect l="textAreaLeft" t="textAreaTop" r="textAreaRight" b="textAreaBottom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cap="sq" w="9525">
              <a:solidFill>
                <a:srgbClr val="00529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86" name="TextBox 34"/>
            <p:cNvSpPr/>
            <p:nvPr/>
          </p:nvSpPr>
          <p:spPr>
            <a:xfrm>
              <a:off x="663840" y="5216040"/>
              <a:ext cx="275040" cy="306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587"/>
                </a:lnSpc>
              </a:pPr>
              <a:r>
                <a:rPr b="0" lang="en-US" sz="1130" spc="-1" strike="noStrike">
                  <a:solidFill>
                    <a:srgbClr val="191919"/>
                  </a:solidFill>
                  <a:latin typeface="Gotham"/>
                </a:rPr>
                <a:t>9</a:t>
              </a:r>
              <a:endParaRPr b="0" lang="en-US" sz="113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87" name="Group 35"/>
          <p:cNvGrpSpPr/>
          <p:nvPr/>
        </p:nvGrpSpPr>
        <p:grpSpPr>
          <a:xfrm>
            <a:off x="7399800" y="4903920"/>
            <a:ext cx="4210200" cy="4210200"/>
            <a:chOff x="7399800" y="4903920"/>
            <a:chExt cx="4210200" cy="4210200"/>
          </a:xfrm>
        </p:grpSpPr>
        <p:sp>
          <p:nvSpPr>
            <p:cNvPr id="1788" name="Freeform 36"/>
            <p:cNvSpPr/>
            <p:nvPr/>
          </p:nvSpPr>
          <p:spPr>
            <a:xfrm rot="3945600">
              <a:off x="7912800" y="5416920"/>
              <a:ext cx="3183840" cy="3183840"/>
            </a:xfrm>
            <a:custGeom>
              <a:avLst/>
              <a:gdLst>
                <a:gd name="textAreaLeft" fmla="*/ 0 w 3183840"/>
                <a:gd name="textAreaRight" fmla="*/ 3184200 w 3183840"/>
                <a:gd name="textAreaTop" fmla="*/ 0 h 3183840"/>
                <a:gd name="textAreaBottom" fmla="*/ 3184200 h 318384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529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89" name="TextBox 37"/>
            <p:cNvSpPr/>
            <p:nvPr/>
          </p:nvSpPr>
          <p:spPr>
            <a:xfrm rot="3945600">
              <a:off x="8262000" y="5636160"/>
              <a:ext cx="2586960" cy="2698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772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1790" name="Freeform 38"/>
          <p:cNvSpPr/>
          <p:nvPr/>
        </p:nvSpPr>
        <p:spPr>
          <a:xfrm rot="3945600">
            <a:off x="8104680" y="4769280"/>
            <a:ext cx="1051200" cy="2162160"/>
          </a:xfrm>
          <a:custGeom>
            <a:avLst/>
            <a:gdLst>
              <a:gd name="textAreaLeft" fmla="*/ 0 w 1051200"/>
              <a:gd name="textAreaRight" fmla="*/ 1051560 w 1051200"/>
              <a:gd name="textAreaTop" fmla="*/ 0 h 2162160"/>
              <a:gd name="textAreaBottom" fmla="*/ 2162520 h 2162160"/>
            </a:gdLst>
            <a:ahLst/>
            <a:rect l="textAreaLeft" t="textAreaTop" r="textAreaRight" b="textAreaBottom"/>
            <a:pathLst>
              <a:path w="1577153" h="3243522">
                <a:moveTo>
                  <a:pt x="0" y="0"/>
                </a:moveTo>
                <a:lnTo>
                  <a:pt x="1577154" y="0"/>
                </a:lnTo>
                <a:lnTo>
                  <a:pt x="1577154" y="3243523"/>
                </a:lnTo>
                <a:lnTo>
                  <a:pt x="0" y="324352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60948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1" name="TextBox 39"/>
          <p:cNvSpPr/>
          <p:nvPr/>
        </p:nvSpPr>
        <p:spPr>
          <a:xfrm>
            <a:off x="1586880" y="2341800"/>
            <a:ext cx="7308720" cy="260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609480">
              <a:lnSpc>
                <a:spcPts val="4107"/>
              </a:lnSpc>
            </a:pPr>
            <a:r>
              <a:rPr b="0" lang="en-US" sz="4230" spc="208" strike="noStrike">
                <a:solidFill>
                  <a:srgbClr val="191919"/>
                </a:solidFill>
                <a:latin typeface="Gotham"/>
              </a:rPr>
              <a:t>1.Problem Definition</a:t>
            </a:r>
            <a:endParaRPr b="0" lang="en-US" sz="4230" spc="-1" strike="noStrike">
              <a:solidFill>
                <a:srgbClr val="000000"/>
              </a:solidFill>
              <a:latin typeface="Arial"/>
            </a:endParaRPr>
          </a:p>
          <a:p>
            <a:pPr defTabSz="609480">
              <a:lnSpc>
                <a:spcPts val="4107"/>
              </a:lnSpc>
            </a:pPr>
            <a:r>
              <a:rPr b="0" lang="en-US" sz="4230" spc="208" strike="noStrike">
                <a:solidFill>
                  <a:srgbClr val="191919"/>
                </a:solidFill>
                <a:latin typeface="Gotham"/>
              </a:rPr>
              <a:t>2.Application Analysis</a:t>
            </a:r>
            <a:endParaRPr b="0" lang="en-US" sz="4230" spc="-1" strike="noStrike">
              <a:solidFill>
                <a:srgbClr val="000000"/>
              </a:solidFill>
              <a:latin typeface="Arial"/>
            </a:endParaRPr>
          </a:p>
          <a:p>
            <a:pPr defTabSz="609480">
              <a:lnSpc>
                <a:spcPts val="4107"/>
              </a:lnSpc>
            </a:pPr>
            <a:r>
              <a:rPr b="0" lang="en-US" sz="4230" spc="208" strike="noStrike">
                <a:solidFill>
                  <a:srgbClr val="191919"/>
                </a:solidFill>
                <a:latin typeface="Gotham"/>
              </a:rPr>
              <a:t>3.Test Cases</a:t>
            </a:r>
            <a:endParaRPr b="0" lang="en-US" sz="4230" spc="-1" strike="noStrike">
              <a:solidFill>
                <a:srgbClr val="000000"/>
              </a:solidFill>
              <a:latin typeface="Arial"/>
            </a:endParaRPr>
          </a:p>
          <a:p>
            <a:pPr defTabSz="609480">
              <a:lnSpc>
                <a:spcPts val="4107"/>
              </a:lnSpc>
            </a:pPr>
            <a:r>
              <a:rPr b="0" lang="en-US" sz="4230" spc="208" strike="noStrike">
                <a:solidFill>
                  <a:srgbClr val="191919"/>
                </a:solidFill>
                <a:latin typeface="Gotham"/>
              </a:rPr>
              <a:t>4.Automated tests</a:t>
            </a:r>
            <a:endParaRPr b="0" lang="en-US" sz="4230" spc="-1" strike="noStrike">
              <a:solidFill>
                <a:srgbClr val="000000"/>
              </a:solidFill>
              <a:latin typeface="Arial"/>
            </a:endParaRPr>
          </a:p>
          <a:p>
            <a:pPr defTabSz="609480">
              <a:lnSpc>
                <a:spcPts val="4107"/>
              </a:lnSpc>
            </a:pPr>
            <a:endParaRPr b="0" lang="en-US" sz="42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2" name="Freeform 40"/>
          <p:cNvSpPr/>
          <p:nvPr/>
        </p:nvSpPr>
        <p:spPr>
          <a:xfrm>
            <a:off x="9504360" y="247320"/>
            <a:ext cx="1728000" cy="1715400"/>
          </a:xfrm>
          <a:custGeom>
            <a:avLst/>
            <a:gdLst>
              <a:gd name="textAreaLeft" fmla="*/ 0 w 1728000"/>
              <a:gd name="textAreaRight" fmla="*/ 1728360 w 1728000"/>
              <a:gd name="textAreaTop" fmla="*/ 0 h 1715400"/>
              <a:gd name="textAreaBottom" fmla="*/ 1715760 h 1715400"/>
            </a:gdLst>
            <a:ahLst/>
            <a:rect l="textAreaLeft" t="textAreaTop" r="textAreaRight" b="textAreaBottom"/>
            <a:pathLst>
              <a:path w="2592312" h="2573459">
                <a:moveTo>
                  <a:pt x="0" y="0"/>
                </a:moveTo>
                <a:lnTo>
                  <a:pt x="2592312" y="0"/>
                </a:lnTo>
                <a:lnTo>
                  <a:pt x="2592312" y="2573459"/>
                </a:lnTo>
                <a:lnTo>
                  <a:pt x="0" y="257345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60948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93" name="TextBox 41"/>
          <p:cNvSpPr/>
          <p:nvPr/>
        </p:nvSpPr>
        <p:spPr>
          <a:xfrm>
            <a:off x="1417680" y="455400"/>
            <a:ext cx="5175360" cy="6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609480">
              <a:lnSpc>
                <a:spcPts val="5485"/>
              </a:lnSpc>
            </a:pPr>
            <a:r>
              <a:rPr b="0" lang="en-US" sz="5660" spc="282" strike="noStrike">
                <a:solidFill>
                  <a:srgbClr val="191919"/>
                </a:solidFill>
                <a:latin typeface="Gotham Bold"/>
              </a:rPr>
              <a:t>OVERVIEW</a:t>
            </a:r>
            <a:endParaRPr b="0" lang="en-US" sz="56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472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1006" lnSpcReduction="10000"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ATTENTION !!!</a:t>
            </a:r>
            <a:br>
              <a:rPr sz="8000"/>
            </a:b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ANY IMAGE/WORK YOU TAKE FROM A SOURCE HAS TO INCLUDE ITS LINK DIRECTLY BELOW THEM 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95" name="Picture 3" descr=""/>
          <p:cNvPicPr/>
          <p:nvPr/>
        </p:nvPicPr>
        <p:blipFill>
          <a:blip r:embed="rId1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sp>
        <p:nvSpPr>
          <p:cNvPr id="1796" name="PlaceHolder 2"/>
          <p:cNvSpPr>
            <a:spLocks noGrp="1"/>
          </p:cNvSpPr>
          <p:nvPr>
            <p:ph type="ftr" idx="510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 cap="all">
                <a:solidFill>
                  <a:srgbClr val="ffffff"/>
                </a:solidFill>
                <a:latin typeface="Calibri"/>
              </a:rPr>
              <a:t>email or other short contact information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97" name="PlaceHolder 3"/>
          <p:cNvSpPr>
            <a:spLocks noGrp="1"/>
          </p:cNvSpPr>
          <p:nvPr>
            <p:ph type="sldNum" idx="511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tr-TR" sz="2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EBC1419-AF36-4E24-AF9C-EF692FA55E90}" type="slidenum">
              <a:rPr b="0" lang="tr-TR" sz="200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Hepsiburada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99" name="PlaceHolder 2"/>
          <p:cNvSpPr>
            <a:spLocks noGrp="1"/>
          </p:cNvSpPr>
          <p:nvPr>
            <p:ph/>
          </p:nvPr>
        </p:nvSpPr>
        <p:spPr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Some description.</a:t>
            </a:r>
            <a:endParaRPr b="0" lang="en-US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pic>
        <p:nvPicPr>
          <p:cNvPr id="1800" name="Picture 8" descr=""/>
          <p:cNvPicPr/>
          <p:nvPr/>
        </p:nvPicPr>
        <p:blipFill>
          <a:blip r:embed="rId1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pic>
        <p:nvPicPr>
          <p:cNvPr id="1801" name="Picture 2" descr="Hepsiburada ile Google Cloud İşbirliği"/>
          <p:cNvPicPr/>
          <p:nvPr/>
        </p:nvPicPr>
        <p:blipFill>
          <a:blip r:embed="rId2"/>
          <a:stretch/>
        </p:blipFill>
        <p:spPr>
          <a:xfrm>
            <a:off x="4800600" y="1413000"/>
            <a:ext cx="6492600" cy="3895200"/>
          </a:xfrm>
          <a:prstGeom prst="rect">
            <a:avLst/>
          </a:prstGeom>
          <a:ln w="0">
            <a:noFill/>
          </a:ln>
        </p:spPr>
      </p:pic>
      <p:sp>
        <p:nvSpPr>
          <p:cNvPr id="1802" name="TextBox 9"/>
          <p:cNvSpPr/>
          <p:nvPr/>
        </p:nvSpPr>
        <p:spPr>
          <a:xfrm>
            <a:off x="7004160" y="4400280"/>
            <a:ext cx="2679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tr-TR" sz="800" spc="-1" strike="noStrike">
                <a:solidFill>
                  <a:schemeClr val="dk1"/>
                </a:solidFill>
                <a:latin typeface="Calibri"/>
              </a:rPr>
              <a:t>https://globalit.com.tr/wp-content/uploads/2022/10/1.png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5"/>
          </p:nvPr>
        </p:nvSpPr>
        <p:spPr/>
        <p:txBody>
          <a:bodyPr/>
          <a:p>
            <a:r>
              <a:t>email or other short contact information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6"/>
          </p:nvPr>
        </p:nvSpPr>
        <p:spPr/>
        <p:txBody>
          <a:bodyPr/>
          <a:p>
            <a:fld id="{8334829B-0A75-4C9A-B8CC-3E2965B757D8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3" name="Group 2"/>
          <p:cNvGrpSpPr/>
          <p:nvPr/>
        </p:nvGrpSpPr>
        <p:grpSpPr>
          <a:xfrm>
            <a:off x="-2194920" y="-2480400"/>
            <a:ext cx="2860560" cy="2860560"/>
            <a:chOff x="-2194920" y="-2480400"/>
            <a:chExt cx="2860560" cy="2860560"/>
          </a:xfrm>
        </p:grpSpPr>
        <p:sp>
          <p:nvSpPr>
            <p:cNvPr id="1804" name="Freeform 3"/>
            <p:cNvSpPr/>
            <p:nvPr/>
          </p:nvSpPr>
          <p:spPr>
            <a:xfrm>
              <a:off x="-2194920" y="-2480400"/>
              <a:ext cx="2860560" cy="2860560"/>
            </a:xfrm>
            <a:custGeom>
              <a:avLst/>
              <a:gdLst>
                <a:gd name="textAreaLeft" fmla="*/ 0 w 2860560"/>
                <a:gd name="textAreaRight" fmla="*/ 2860920 w 2860560"/>
                <a:gd name="textAreaTop" fmla="*/ 0 h 2860560"/>
                <a:gd name="textAreaBottom" fmla="*/ 2860920 h 2860560"/>
              </a:gdLst>
              <a:ah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4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tr-TR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805" name="TextBox 4"/>
            <p:cNvSpPr/>
            <p:nvPr/>
          </p:nvSpPr>
          <p:spPr>
            <a:xfrm>
              <a:off x="-1926720" y="-2279160"/>
              <a:ext cx="2324160" cy="2391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905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806" name="Group 5"/>
          <p:cNvGrpSpPr/>
          <p:nvPr/>
        </p:nvGrpSpPr>
        <p:grpSpPr>
          <a:xfrm>
            <a:off x="4614840" y="-1141920"/>
            <a:ext cx="10273320" cy="10786680"/>
            <a:chOff x="4614840" y="-1141920"/>
            <a:chExt cx="10273320" cy="10786680"/>
          </a:xfrm>
        </p:grpSpPr>
        <p:sp>
          <p:nvSpPr>
            <p:cNvPr id="1807" name="Freeform 6"/>
            <p:cNvSpPr/>
            <p:nvPr/>
          </p:nvSpPr>
          <p:spPr>
            <a:xfrm>
              <a:off x="4614840" y="-1141920"/>
              <a:ext cx="10273320" cy="10786680"/>
            </a:xfrm>
            <a:custGeom>
              <a:avLst/>
              <a:gdLst>
                <a:gd name="textAreaLeft" fmla="*/ 0 w 10273320"/>
                <a:gd name="textAreaRight" fmla="*/ 10273680 w 10273320"/>
                <a:gd name="textAreaTop" fmla="*/ 0 h 10786680"/>
                <a:gd name="textAreaBottom" fmla="*/ 10787040 h 10786680"/>
              </a:gdLst>
              <a:ahLst/>
              <a:rect l="textAreaLeft" t="textAreaTop" r="textAreaRight" b="textAreaBottom"/>
              <a:pathLst>
                <a:path w="774131" h="812800">
                  <a:moveTo>
                    <a:pt x="387066" y="0"/>
                  </a:moveTo>
                  <a:cubicBezTo>
                    <a:pt x="173295" y="0"/>
                    <a:pt x="0" y="181951"/>
                    <a:pt x="0" y="406400"/>
                  </a:cubicBezTo>
                  <a:cubicBezTo>
                    <a:pt x="0" y="630849"/>
                    <a:pt x="173295" y="812800"/>
                    <a:pt x="387066" y="812800"/>
                  </a:cubicBezTo>
                  <a:cubicBezTo>
                    <a:pt x="600836" y="812800"/>
                    <a:pt x="774131" y="630849"/>
                    <a:pt x="774131" y="406400"/>
                  </a:cubicBezTo>
                  <a:cubicBezTo>
                    <a:pt x="774131" y="181951"/>
                    <a:pt x="600836" y="0"/>
                    <a:pt x="387066" y="0"/>
                  </a:cubicBezTo>
                  <a:close/>
                </a:path>
              </a:pathLst>
            </a:custGeom>
            <a:solidFill>
              <a:srgbClr val="f2f4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609480">
                <a:lnSpc>
                  <a:spcPct val="100000"/>
                </a:lnSpc>
              </a:pPr>
              <a:endParaRPr b="0" lang="tr-TR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808" name="TextBox 7"/>
            <p:cNvSpPr/>
            <p:nvPr/>
          </p:nvSpPr>
          <p:spPr>
            <a:xfrm>
              <a:off x="5578200" y="-383400"/>
              <a:ext cx="8346960" cy="901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3840" rIns="33840" tIns="33840" bIns="33840" anchor="ctr">
              <a:noAutofit/>
            </a:bodyPr>
            <a:p>
              <a:pPr algn="ctr" defTabSz="609480">
                <a:lnSpc>
                  <a:spcPts val="1905"/>
                </a:lnSpc>
              </a:pPr>
              <a:endParaRPr b="0" lang="en-US" sz="12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1809" name="Freeform 8"/>
          <p:cNvSpPr/>
          <p:nvPr/>
        </p:nvSpPr>
        <p:spPr>
          <a:xfrm>
            <a:off x="-4426200" y="-3985920"/>
            <a:ext cx="6984720" cy="7167240"/>
          </a:xfrm>
          <a:custGeom>
            <a:avLst/>
            <a:gdLst>
              <a:gd name="textAreaLeft" fmla="*/ 0 w 6984720"/>
              <a:gd name="textAreaRight" fmla="*/ 6985080 w 6984720"/>
              <a:gd name="textAreaTop" fmla="*/ 0 h 7167240"/>
              <a:gd name="textAreaBottom" fmla="*/ 7167600 h 7167240"/>
            </a:gdLst>
            <a:ahLst/>
            <a:rect l="textAreaLeft" t="textAreaTop" r="textAreaRight" b="textAreaBottom"/>
            <a:pathLst>
              <a:path w="10477711" h="10751383">
                <a:moveTo>
                  <a:pt x="0" y="0"/>
                </a:moveTo>
                <a:lnTo>
                  <a:pt x="10477712" y="0"/>
                </a:lnTo>
                <a:lnTo>
                  <a:pt x="10477712" y="10751383"/>
                </a:lnTo>
                <a:lnTo>
                  <a:pt x="0" y="1075138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609480">
              <a:lnSpc>
                <a:spcPct val="100000"/>
              </a:lnSpc>
            </a:pPr>
            <a:endParaRPr b="0" lang="tr-TR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0" name="Freeform 9"/>
          <p:cNvSpPr/>
          <p:nvPr/>
        </p:nvSpPr>
        <p:spPr>
          <a:xfrm rot="17613600">
            <a:off x="7218000" y="4934160"/>
            <a:ext cx="6595560" cy="6768000"/>
          </a:xfrm>
          <a:custGeom>
            <a:avLst/>
            <a:gdLst>
              <a:gd name="textAreaLeft" fmla="*/ 0 w 6595560"/>
              <a:gd name="textAreaRight" fmla="*/ 6595920 w 6595560"/>
              <a:gd name="textAreaTop" fmla="*/ 0 h 6768000"/>
              <a:gd name="textAreaBottom" fmla="*/ 6768360 h 6768000"/>
            </a:gdLst>
            <a:ahLst/>
            <a:rect l="textAreaLeft" t="textAreaTop" r="textAreaRight" b="textAreaBottom"/>
            <a:pathLst>
              <a:path w="9894000" h="10152425">
                <a:moveTo>
                  <a:pt x="0" y="0"/>
                </a:moveTo>
                <a:lnTo>
                  <a:pt x="9894000" y="0"/>
                </a:lnTo>
                <a:lnTo>
                  <a:pt x="9894000" y="10152425"/>
                </a:lnTo>
                <a:lnTo>
                  <a:pt x="0" y="1015242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609480">
              <a:lnSpc>
                <a:spcPct val="100000"/>
              </a:lnSpc>
            </a:pPr>
            <a:endParaRPr b="0" lang="tr-TR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1" name="Freeform 10"/>
          <p:cNvSpPr/>
          <p:nvPr/>
        </p:nvSpPr>
        <p:spPr>
          <a:xfrm>
            <a:off x="5274000" y="2080080"/>
            <a:ext cx="6746400" cy="2202840"/>
          </a:xfrm>
          <a:custGeom>
            <a:avLst/>
            <a:gdLst>
              <a:gd name="textAreaLeft" fmla="*/ 0 w 6746400"/>
              <a:gd name="textAreaRight" fmla="*/ 6746760 w 6746400"/>
              <a:gd name="textAreaTop" fmla="*/ 0 h 2202840"/>
              <a:gd name="textAreaBottom" fmla="*/ 2203200 h 2202840"/>
            </a:gdLst>
            <a:ahLst/>
            <a:rect l="textAreaLeft" t="textAreaTop" r="textAreaRight" b="textAreaBottom"/>
            <a:pathLst>
              <a:path w="10120276" h="3304580">
                <a:moveTo>
                  <a:pt x="0" y="0"/>
                </a:moveTo>
                <a:lnTo>
                  <a:pt x="10120275" y="0"/>
                </a:lnTo>
                <a:lnTo>
                  <a:pt x="10120275" y="3304580"/>
                </a:lnTo>
                <a:lnTo>
                  <a:pt x="0" y="330458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609480">
              <a:lnSpc>
                <a:spcPct val="100000"/>
              </a:lnSpc>
            </a:pPr>
            <a:endParaRPr b="0" lang="tr-TR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2" name="TextBox 11"/>
          <p:cNvSpPr/>
          <p:nvPr/>
        </p:nvSpPr>
        <p:spPr>
          <a:xfrm>
            <a:off x="273960" y="2125800"/>
            <a:ext cx="4340520" cy="11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609480">
              <a:lnSpc>
                <a:spcPts val="4601"/>
              </a:lnSpc>
            </a:pPr>
            <a:r>
              <a:rPr b="0" lang="en-US" sz="3340" spc="324" strike="noStrike">
                <a:solidFill>
                  <a:srgbClr val="ffffff"/>
                </a:solidFill>
                <a:latin typeface="Oswald Bold"/>
              </a:rPr>
              <a:t>EQUIVALANCE TEST FOR FILTER</a:t>
            </a:r>
            <a:endParaRPr b="0" lang="en-US" sz="33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3" name="TextBox 12"/>
          <p:cNvSpPr/>
          <p:nvPr/>
        </p:nvSpPr>
        <p:spPr>
          <a:xfrm>
            <a:off x="273960" y="3397320"/>
            <a:ext cx="3827520" cy="40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609480">
              <a:lnSpc>
                <a:spcPts val="2662"/>
              </a:lnSpc>
            </a:pPr>
            <a:r>
              <a:rPr b="0" lang="en-US" sz="1929" spc="188" strike="noStrike">
                <a:solidFill>
                  <a:srgbClr val="f5fff5"/>
                </a:solidFill>
                <a:latin typeface="DM Sans"/>
              </a:rPr>
              <a:t>For the website's category section, we performed black box filter testing. During our white box testing, we identified some errors, which will be addressed in the conclusion section.</a:t>
            </a:r>
            <a:endParaRPr b="0" lang="en-US" sz="1929" spc="-1" strike="noStrike">
              <a:solidFill>
                <a:srgbClr val="ffffff"/>
              </a:solidFill>
              <a:latin typeface="Arial"/>
            </a:endParaRPr>
          </a:p>
          <a:p>
            <a:pPr defTabSz="609480">
              <a:lnSpc>
                <a:spcPts val="2662"/>
              </a:lnSpc>
            </a:pPr>
            <a:endParaRPr b="0" lang="en-US" sz="1929" spc="-1" strike="noStrike">
              <a:solidFill>
                <a:srgbClr val="ffffff"/>
              </a:solidFill>
              <a:latin typeface="Arial"/>
            </a:endParaRPr>
          </a:p>
          <a:p>
            <a:pPr defTabSz="609480">
              <a:lnSpc>
                <a:spcPts val="2662"/>
              </a:lnSpc>
            </a:pPr>
            <a:endParaRPr b="0" lang="en-US" sz="1929" spc="-1" strike="noStrike">
              <a:solidFill>
                <a:srgbClr val="ffffff"/>
              </a:solidFill>
              <a:latin typeface="Arial"/>
            </a:endParaRPr>
          </a:p>
          <a:p>
            <a:pPr defTabSz="609480">
              <a:lnSpc>
                <a:spcPts val="2662"/>
              </a:lnSpc>
            </a:pPr>
            <a:endParaRPr b="0" lang="en-US" sz="1929" spc="-1" strike="noStrike">
              <a:solidFill>
                <a:srgbClr val="ffffff"/>
              </a:solidFill>
              <a:latin typeface="Arial"/>
            </a:endParaRPr>
          </a:p>
          <a:p>
            <a:pPr defTabSz="609480">
              <a:lnSpc>
                <a:spcPts val="2662"/>
              </a:lnSpc>
            </a:pPr>
            <a:endParaRPr b="0" lang="en-US" sz="1929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Freeform 2"/>
          <p:cNvSpPr/>
          <p:nvPr/>
        </p:nvSpPr>
        <p:spPr>
          <a:xfrm flipH="1" flipV="1">
            <a:off x="0" y="-360"/>
            <a:ext cx="12191760" cy="6857640"/>
          </a:xfrm>
          <a:custGeom>
            <a:avLst/>
            <a:gdLst>
              <a:gd name="textAreaLeft" fmla="*/ 360 w 12191760"/>
              <a:gd name="textAreaRight" fmla="*/ 12192480 w 12191760"/>
              <a:gd name="textAreaTop" fmla="*/ -360 h 6857640"/>
              <a:gd name="textAreaBottom" fmla="*/ 6857640 h 6857640"/>
            </a:gdLst>
            <a:ahLst/>
            <a:rect l="textAreaLeft" t="textAreaTop" r="textAreaRight" b="textAreaBottom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609480">
              <a:lnSpc>
                <a:spcPct val="100000"/>
              </a:lnSpc>
            </a:pPr>
            <a:endParaRPr b="0" lang="tr-TR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5" name="Freeform 4"/>
          <p:cNvSpPr/>
          <p:nvPr/>
        </p:nvSpPr>
        <p:spPr>
          <a:xfrm>
            <a:off x="685800" y="2136600"/>
            <a:ext cx="5555880" cy="4035240"/>
          </a:xfrm>
          <a:custGeom>
            <a:avLst/>
            <a:gdLst>
              <a:gd name="textAreaLeft" fmla="*/ 0 w 5555880"/>
              <a:gd name="textAreaRight" fmla="*/ 5556240 w 5555880"/>
              <a:gd name="textAreaTop" fmla="*/ 0 h 4035240"/>
              <a:gd name="textAreaBottom" fmla="*/ 4035600 h 4035240"/>
            </a:gdLst>
            <a:ahLst/>
            <a:rect l="textAreaLeft" t="textAreaTop" r="textAreaRight" b="textAreaBottom"/>
            <a:pathLst>
              <a:path w="8334569" h="6053399">
                <a:moveTo>
                  <a:pt x="0" y="0"/>
                </a:moveTo>
                <a:lnTo>
                  <a:pt x="8334569" y="0"/>
                </a:lnTo>
                <a:lnTo>
                  <a:pt x="8334569" y="6053399"/>
                </a:lnTo>
                <a:lnTo>
                  <a:pt x="0" y="605339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609480">
              <a:lnSpc>
                <a:spcPct val="100000"/>
              </a:lnSpc>
            </a:pPr>
            <a:endParaRPr b="0" lang="tr-TR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6" name="Freeform 5"/>
          <p:cNvSpPr/>
          <p:nvPr/>
        </p:nvSpPr>
        <p:spPr>
          <a:xfrm>
            <a:off x="6447240" y="2107080"/>
            <a:ext cx="4851360" cy="4064760"/>
          </a:xfrm>
          <a:custGeom>
            <a:avLst/>
            <a:gdLst>
              <a:gd name="textAreaLeft" fmla="*/ 0 w 4851360"/>
              <a:gd name="textAreaRight" fmla="*/ 4851720 w 4851360"/>
              <a:gd name="textAreaTop" fmla="*/ 0 h 4064760"/>
              <a:gd name="textAreaBottom" fmla="*/ 4065120 h 4064760"/>
            </a:gdLst>
            <a:ahLst/>
            <a:rect l="textAreaLeft" t="textAreaTop" r="textAreaRight" b="textAreaBottom"/>
            <a:pathLst>
              <a:path w="7277642" h="6097682">
                <a:moveTo>
                  <a:pt x="0" y="0"/>
                </a:moveTo>
                <a:lnTo>
                  <a:pt x="7277642" y="0"/>
                </a:lnTo>
                <a:lnTo>
                  <a:pt x="7277642" y="6097682"/>
                </a:lnTo>
                <a:lnTo>
                  <a:pt x="0" y="60976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609480">
              <a:lnSpc>
                <a:spcPct val="100000"/>
              </a:lnSpc>
            </a:pPr>
            <a:endParaRPr b="0" lang="tr-TR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7" name="TextBox 6"/>
          <p:cNvSpPr/>
          <p:nvPr/>
        </p:nvSpPr>
        <p:spPr>
          <a:xfrm>
            <a:off x="893160" y="100440"/>
            <a:ext cx="10405440" cy="11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609480">
              <a:lnSpc>
                <a:spcPts val="8677"/>
              </a:lnSpc>
            </a:pPr>
            <a:r>
              <a:rPr b="0" lang="en-US" sz="6290" spc="613" strike="noStrike">
                <a:solidFill>
                  <a:srgbClr val="231f20"/>
                </a:solidFill>
                <a:latin typeface="Oswald Bold"/>
              </a:rPr>
              <a:t>ERRORS</a:t>
            </a:r>
            <a:endParaRPr b="0" lang="en-US" sz="62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8" name="TextBox 7"/>
          <p:cNvSpPr/>
          <p:nvPr/>
        </p:nvSpPr>
        <p:spPr>
          <a:xfrm>
            <a:off x="1258200" y="1082520"/>
            <a:ext cx="996768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609480">
              <a:lnSpc>
                <a:spcPts val="2801"/>
              </a:lnSpc>
            </a:pPr>
            <a:r>
              <a:rPr b="0" lang="en-US" sz="2000" spc="-1" strike="noStrike">
                <a:solidFill>
                  <a:srgbClr val="231f20"/>
                </a:solidFill>
                <a:latin typeface="Montserrat Light"/>
              </a:rPr>
              <a:t>There is a filtering error in the website categories. According to the filters, there should be no products priced below 500 TL or above 1,000,000 TL. However, there are products that contradict this.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19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1820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654080" cy="6857640"/>
          </a:xfrm>
          <a:prstGeom prst="rect">
            <a:avLst/>
          </a:prstGeom>
          <a:solidFill>
            <a:schemeClr val="tx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1821" name="PlaceHolder 1"/>
          <p:cNvSpPr>
            <a:spLocks noGrp="1"/>
          </p:cNvSpPr>
          <p:nvPr>
            <p:ph type="title"/>
          </p:nvPr>
        </p:nvSpPr>
        <p:spPr>
          <a:xfrm>
            <a:off x="643320" y="2681280"/>
            <a:ext cx="3363480" cy="1495440"/>
          </a:xfrm>
          <a:prstGeom prst="rect">
            <a:avLst/>
          </a:prstGeom>
          <a:noFill/>
          <a:ln cap="sq" w="31680">
            <a:solidFill>
              <a:schemeClr val="lt1"/>
            </a:solidFill>
            <a:miter/>
          </a:ln>
        </p:spPr>
        <p:txBody>
          <a:bodyPr lIns="182880" rIns="182880" tIns="182880" bIns="18288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tr-TR" sz="1800" spc="199" strike="noStrike" cap="all">
                <a:solidFill>
                  <a:schemeClr val="lt1"/>
                </a:solidFill>
                <a:latin typeface="Helvetica Neue"/>
              </a:rPr>
              <a:t>Boundary Value Analysıs for Updatıng Quantıty</a:t>
            </a:r>
            <a:br>
              <a:rPr sz="1800"/>
            </a:br>
            <a:endParaRPr b="0" lang="en-US" sz="1800" spc="-1" strike="noStrike">
              <a:solidFill>
                <a:schemeClr val="dk1"/>
              </a:solidFill>
              <a:latin typeface="Gill Sans MT"/>
            </a:endParaRPr>
          </a:p>
        </p:txBody>
      </p:sp>
      <p:graphicFrame>
        <p:nvGraphicFramePr>
          <p:cNvPr id="1822" name="İçerik Yer Tutucusu 3"/>
          <p:cNvGraphicFramePr/>
          <p:nvPr/>
        </p:nvGraphicFramePr>
        <p:xfrm>
          <a:off x="5619600" y="1671840"/>
          <a:ext cx="5606640" cy="4068000"/>
        </p:xfrm>
        <a:graphic>
          <a:graphicData uri="http://schemas.openxmlformats.org/drawingml/2006/table">
            <a:tbl>
              <a:tblPr/>
              <a:tblGrid>
                <a:gridCol w="1517760"/>
                <a:gridCol w="1318680"/>
                <a:gridCol w="1384920"/>
                <a:gridCol w="1384920"/>
              </a:tblGrid>
              <a:tr h="791280">
                <a:tc>
                  <a:txBody>
                    <a:bodyPr lIns="60120" rIns="60120" tIns="115560" bIns="11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20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Equivalence Class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872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lIns="60120" rIns="60120" tIns="115560" bIns="11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20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Test Input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872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lIns="60120" rIns="60120" tIns="115560" bIns="11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20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Expected Result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872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lIns="60120" rIns="60120" tIns="115560" bIns="11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20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Actual Result</a:t>
                      </a:r>
                      <a:endParaRPr b="0" lang="en-US" sz="2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872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405360"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U (Below Min)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38160">
                      <a:noFill/>
                      <a:prstDash val="solid"/>
                    </a:lnT>
                    <a:lnB w="12240">
                      <a:solidFill>
                        <a:srgbClr val="bfbfb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0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38160">
                      <a:noFill/>
                      <a:prstDash val="solid"/>
                    </a:lnT>
                    <a:lnB w="12240">
                      <a:solidFill>
                        <a:srgbClr val="bfbfb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Error Message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38160">
                      <a:noFill/>
                      <a:prstDash val="solid"/>
                    </a:lnT>
                    <a:lnB w="12240">
                      <a:solidFill>
                        <a:srgbClr val="bfbfb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Error Message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38160">
                      <a:noFill/>
                      <a:prstDash val="solid"/>
                    </a:lnT>
                    <a:lnB w="12240">
                      <a:solidFill>
                        <a:srgbClr val="bfbfb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</a:tr>
              <a:tr h="637200"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E (Min Boundary)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bfbfb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1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bfbfb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Quantity Updated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bfbfb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Quantity Updated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bfbfb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</a:tr>
              <a:tr h="637200"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E (Normal Value)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fbfb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10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fbfb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Quantity Updated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fbfb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Quantity Updated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bfbfbf"/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</a:tr>
              <a:tr h="637200"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E (Max Boundary)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bfbfb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100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bfbfb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Quantity Updated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bfbfb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Quantity Updated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bfbfbf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</a:tr>
              <a:tr h="405360"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U (Above Max)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101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Error Message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lIns="60120" rIns="60120" tIns="115560" bIns="1188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tr-TR" sz="1500" spc="-1" strike="noStrike">
                          <a:solidFill>
                            <a:schemeClr val="lt1"/>
                          </a:solidFill>
                          <a:latin typeface=".AppleSystemUIFont"/>
                        </a:rPr>
                        <a:t>Error Message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60120" marR="601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Trebuchet MS"/>
              </a:rPr>
              <a:t>Search Product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pic>
        <p:nvPicPr>
          <p:cNvPr id="1824" name="İçerik Yer Tutucusu 4" descr=""/>
          <p:cNvPicPr/>
          <p:nvPr/>
        </p:nvPicPr>
        <p:blipFill>
          <a:blip r:embed="rId1"/>
          <a:stretch/>
        </p:blipFill>
        <p:spPr>
          <a:xfrm>
            <a:off x="403560" y="1635840"/>
            <a:ext cx="8596080" cy="588600"/>
          </a:xfrm>
          <a:prstGeom prst="rect">
            <a:avLst/>
          </a:prstGeom>
          <a:ln w="0">
            <a:noFill/>
          </a:ln>
        </p:spPr>
      </p:pic>
      <p:sp>
        <p:nvSpPr>
          <p:cNvPr id="1825" name="Ok: Aşağı 7"/>
          <p:cNvSpPr/>
          <p:nvPr/>
        </p:nvSpPr>
        <p:spPr>
          <a:xfrm rot="5400000">
            <a:off x="8488080" y="1801800"/>
            <a:ext cx="198720" cy="2566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fcbef"/>
          </a:solidFill>
          <a:ln cap="rnd">
            <a:solidFill>
              <a:srgbClr val="295868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tr-TR" sz="1800" spc="-1" strike="noStrike">
              <a:solidFill>
                <a:srgbClr val="ffffff"/>
              </a:solidFill>
              <a:latin typeface="Trebuchet MS"/>
            </a:endParaRPr>
          </a:p>
        </p:txBody>
      </p:sp>
      <p:pic>
        <p:nvPicPr>
          <p:cNvPr id="1826" name="Resim 9" descr=""/>
          <p:cNvPicPr/>
          <p:nvPr/>
        </p:nvPicPr>
        <p:blipFill>
          <a:blip r:embed="rId2"/>
          <a:stretch/>
        </p:blipFill>
        <p:spPr>
          <a:xfrm>
            <a:off x="4327920" y="2956680"/>
            <a:ext cx="4748400" cy="2629080"/>
          </a:xfrm>
          <a:prstGeom prst="rect">
            <a:avLst/>
          </a:prstGeom>
          <a:ln w="0">
            <a:noFill/>
          </a:ln>
        </p:spPr>
      </p:pic>
      <p:sp>
        <p:nvSpPr>
          <p:cNvPr id="1827" name="Dikdörtgen 10"/>
          <p:cNvSpPr/>
          <p:nvPr/>
        </p:nvSpPr>
        <p:spPr>
          <a:xfrm>
            <a:off x="4327920" y="2956680"/>
            <a:ext cx="1094040" cy="268560"/>
          </a:xfrm>
          <a:prstGeom prst="rect">
            <a:avLst/>
          </a:prstGeom>
          <a:noFill/>
          <a:ln cap="rnd">
            <a:solidFill>
              <a:srgbClr val="c00000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tr-TR" sz="1800" spc="-1" strike="noStrike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1828" name="Metin kutusu 11"/>
          <p:cNvSpPr/>
          <p:nvPr/>
        </p:nvSpPr>
        <p:spPr>
          <a:xfrm>
            <a:off x="1143000" y="3243960"/>
            <a:ext cx="2296440" cy="20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en-US" sz="1620" spc="-1" strike="noStrike">
                <a:solidFill>
                  <a:srgbClr val="0f7698"/>
                </a:solidFill>
                <a:latin typeface="Bahnschrift SemiBold"/>
              </a:rPr>
              <a:t>When a search is made based on the given input, it determines whether the results given on the products page are relevant to the product.</a:t>
            </a:r>
            <a:r>
              <a:rPr b="0" lang="tr-TR" sz="1620" spc="-1" strike="noStrike">
                <a:solidFill>
                  <a:srgbClr val="0f7698"/>
                </a:solidFill>
                <a:latin typeface="Bahnschrift SemiBold"/>
              </a:rPr>
              <a:t> </a:t>
            </a:r>
            <a:endParaRPr b="0" lang="en-US" sz="162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PlaceHolder 1"/>
          <p:cNvSpPr>
            <a:spLocks noGrp="1"/>
          </p:cNvSpPr>
          <p:nvPr>
            <p:ph type="title"/>
          </p:nvPr>
        </p:nvSpPr>
        <p:spPr>
          <a:xfrm>
            <a:off x="11534040" y="144720"/>
            <a:ext cx="515520" cy="84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3651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6000" spc="-1" strike="noStrike">
                <a:solidFill>
                  <a:schemeClr val="dk1"/>
                </a:solidFill>
                <a:latin typeface="Aptos Display"/>
              </a:rPr>
              <a:t>3</a:t>
            </a:r>
            <a:endParaRPr b="0" lang="en-US" sz="6000" spc="-1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830" name="Picture 2" descr=""/>
          <p:cNvPicPr/>
          <p:nvPr/>
        </p:nvPicPr>
        <p:blipFill>
          <a:blip r:embed="rId1"/>
          <a:stretch/>
        </p:blipFill>
        <p:spPr>
          <a:xfrm>
            <a:off x="0" y="1831320"/>
            <a:ext cx="12191760" cy="4053960"/>
          </a:xfrm>
          <a:prstGeom prst="rect">
            <a:avLst/>
          </a:prstGeom>
          <a:ln w="0">
            <a:noFill/>
          </a:ln>
        </p:spPr>
      </p:pic>
      <p:sp>
        <p:nvSpPr>
          <p:cNvPr id="1831" name="TextBox 4"/>
          <p:cNvSpPr/>
          <p:nvPr/>
        </p:nvSpPr>
        <p:spPr>
          <a:xfrm>
            <a:off x="1490760" y="365040"/>
            <a:ext cx="9210240" cy="20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tr-TR" sz="4800" spc="-1" strike="noStrike">
                <a:solidFill>
                  <a:srgbClr val="000000"/>
                </a:solidFill>
                <a:latin typeface="Aptos"/>
              </a:rPr>
              <a:t>STATE TRANSITION TESTING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tr-TR" sz="4800" spc="-1" strike="noStrike">
                <a:solidFill>
                  <a:srgbClr val="000000"/>
                </a:solidFill>
                <a:latin typeface="Aptos"/>
              </a:rPr>
              <a:t> </a:t>
            </a:r>
            <a:r>
              <a:rPr b="1" lang="tr-TR" sz="4800" spc="-1" strike="noStrike">
                <a:solidFill>
                  <a:srgbClr val="000000"/>
                </a:solidFill>
                <a:latin typeface="Aptos"/>
              </a:rPr>
              <a:t>(Login and Purchase Products)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32" name="Group 17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833" name="Group 2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PlaceHolder 1"/>
          <p:cNvSpPr>
            <a:spLocks noGrp="1"/>
          </p:cNvSpPr>
          <p:nvPr>
            <p:ph type="title"/>
          </p:nvPr>
        </p:nvSpPr>
        <p:spPr>
          <a:xfrm>
            <a:off x="2231280" y="523440"/>
            <a:ext cx="772920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2800" spc="199" strike="noStrike" cap="all">
                <a:solidFill>
                  <a:srgbClr val="262626"/>
                </a:solidFill>
                <a:latin typeface="Cambria"/>
              </a:rPr>
              <a:t>Test #1: Add product to cart</a:t>
            </a:r>
            <a:endParaRPr b="0" lang="en-US" sz="2800" spc="-1" strike="noStrike">
              <a:solidFill>
                <a:schemeClr val="dk1"/>
              </a:solidFill>
              <a:latin typeface="Cambria"/>
            </a:endParaRPr>
          </a:p>
        </p:txBody>
      </p:sp>
      <p:sp>
        <p:nvSpPr>
          <p:cNvPr id="1835" name="Slide Number Placeholder 3"/>
          <p:cNvSpPr/>
          <p:nvPr/>
        </p:nvSpPr>
        <p:spPr>
          <a:xfrm>
            <a:off x="10758960" y="6217920"/>
            <a:ext cx="365400" cy="365400"/>
          </a:xfrm>
          <a:prstGeom prst="ellipse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fld id="{E57E2015-F009-4D4F-BBD4-200D570175F3}" type="slidenum">
              <a:rPr b="0" lang="en-US" sz="1100" spc="-1" strike="noStrike">
                <a:solidFill>
                  <a:srgbClr val="ffffff"/>
                </a:solidFill>
                <a:latin typeface="Cambria"/>
              </a:rPr>
              <a:t>&lt;number&gt;</a:t>
            </a:fld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6" name="TextBox 13"/>
          <p:cNvSpPr/>
          <p:nvPr/>
        </p:nvSpPr>
        <p:spPr>
          <a:xfrm>
            <a:off x="803160" y="2638080"/>
            <a:ext cx="3210120" cy="32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marL="285840" indent="-285840" defTabSz="457200">
              <a:lnSpc>
                <a:spcPct val="100000"/>
              </a:lnSpc>
              <a:buClr>
                <a:srgbClr val="40a5ee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mbria"/>
              </a:rPr>
              <a:t>This use case testing table outlines scenarios and expected outcomes for users when adding a product to their cart on Hepsiburada.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buClr>
                <a:srgbClr val="40a5ee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ff0000"/>
                </a:solidFill>
                <a:latin typeface="Cambria"/>
              </a:rPr>
              <a:t>Test is successful, it shows that the cart is full.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7" name="Rectangle 14"/>
          <p:cNvSpPr/>
          <p:nvPr/>
        </p:nvSpPr>
        <p:spPr>
          <a:xfrm>
            <a:off x="4310640" y="2268360"/>
            <a:ext cx="7170840" cy="2873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Cambria"/>
            </a:endParaRPr>
          </a:p>
        </p:txBody>
      </p:sp>
      <p:pic>
        <p:nvPicPr>
          <p:cNvPr id="1838" name="Content Placeholder 10" descr="A white and blue grid with black text&#10;&#10;Description automatically generated"/>
          <p:cNvPicPr/>
          <p:nvPr/>
        </p:nvPicPr>
        <p:blipFill>
          <a:blip r:embed="rId1"/>
          <a:stretch/>
        </p:blipFill>
        <p:spPr>
          <a:xfrm>
            <a:off x="4383000" y="2337840"/>
            <a:ext cx="7005240" cy="2734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5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Bad Slide Examples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840" name="Picture 3" descr=""/>
          <p:cNvPicPr/>
          <p:nvPr/>
        </p:nvPicPr>
        <p:blipFill>
          <a:blip r:embed="rId1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sp>
        <p:nvSpPr>
          <p:cNvPr id="1841" name="PlaceHolder 2"/>
          <p:cNvSpPr>
            <a:spLocks noGrp="1"/>
          </p:cNvSpPr>
          <p:nvPr>
            <p:ph type="ftr" idx="51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 cap="all">
                <a:solidFill>
                  <a:srgbClr val="ffffff"/>
                </a:solidFill>
                <a:latin typeface="Calibri"/>
              </a:rPr>
              <a:t>email or other short contact information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2" name="PlaceHolder 3"/>
          <p:cNvSpPr>
            <a:spLocks noGrp="1"/>
          </p:cNvSpPr>
          <p:nvPr>
            <p:ph type="sldNum" idx="51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tr-TR" sz="2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8FE10F1-205E-4727-B286-448A938FABB6}" type="slidenum">
              <a:rPr b="0" lang="tr-TR" sz="200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PlaceHolder 1"/>
          <p:cNvSpPr>
            <a:spLocks noGrp="1"/>
          </p:cNvSpPr>
          <p:nvPr>
            <p:ph type="title"/>
          </p:nvPr>
        </p:nvSpPr>
        <p:spPr>
          <a:xfrm>
            <a:off x="1523880" y="549720"/>
            <a:ext cx="9143640" cy="10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tr-TR" sz="7200" spc="-1" strike="noStrike">
                <a:solidFill>
                  <a:schemeClr val="dk2"/>
                </a:solidFill>
                <a:latin typeface="Century Gothic"/>
              </a:rPr>
              <a:t>Boundary Value Analysis</a:t>
            </a:r>
            <a:endParaRPr b="0" lang="en-US" sz="7200" spc="-1" strike="noStrike">
              <a:solidFill>
                <a:schemeClr val="dk1"/>
              </a:solidFill>
              <a:latin typeface="Century Gothic"/>
            </a:endParaRPr>
          </a:p>
        </p:txBody>
      </p:sp>
      <p:sp>
        <p:nvSpPr>
          <p:cNvPr id="1844" name="PlaceHolder 2"/>
          <p:cNvSpPr>
            <a:spLocks noGrp="1"/>
          </p:cNvSpPr>
          <p:nvPr>
            <p:ph type="subTitle"/>
          </p:nvPr>
        </p:nvSpPr>
        <p:spPr>
          <a:xfrm>
            <a:off x="1523880" y="2054880"/>
            <a:ext cx="9143640" cy="220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0949"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Boundary value analysis focuses on testing boundaries between equivalence classes.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Equivalence Classes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Test Input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Expected Result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Actual ResultU1: Below Lower Bound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0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Error message: "Value below minimum"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Error message: "Value below minimum"E1: Lower Bound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1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Process accepted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Process acceptedE2: Middle Value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150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Process accepted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Process acceptedE3: Upper Bound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299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Process accepted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Process acceptedU2: Above Upper Bound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300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Error message: "Value above maximum"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	</a:t>
            </a:r>
            <a:r>
              <a:rPr b="0" lang="tr-TR" sz="2000" spc="-1" strike="noStrike" cap="all">
                <a:solidFill>
                  <a:schemeClr val="lt2">
                    <a:lumMod val="40000"/>
                    <a:lumOff val="60000"/>
                  </a:schemeClr>
                </a:solidFill>
                <a:latin typeface="Century Gothic"/>
              </a:rPr>
              <a:t>Error message: "Value above maximum"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PlaceHolder 1"/>
          <p:cNvSpPr>
            <a:spLocks noGrp="1"/>
          </p:cNvSpPr>
          <p:nvPr>
            <p:ph type="title"/>
          </p:nvPr>
        </p:nvSpPr>
        <p:spPr>
          <a:xfrm>
            <a:off x="1885320" y="631440"/>
            <a:ext cx="842148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tr-TR" sz="2800" spc="148" strike="noStrike" u="sng" cap="all">
                <a:solidFill>
                  <a:schemeClr val="dk1"/>
                </a:solidFill>
                <a:uFillTx/>
                <a:latin typeface="Arial"/>
              </a:rPr>
              <a:t>DeCISION TABLE FOR Add To cart</a:t>
            </a:r>
            <a:endParaRPr b="0" lang="en-US" sz="2800" spc="-1" strike="noStrike">
              <a:solidFill>
                <a:schemeClr val="dk1"/>
              </a:solidFill>
              <a:latin typeface="Tenorite"/>
            </a:endParaRPr>
          </a:p>
        </p:txBody>
      </p:sp>
      <p:sp>
        <p:nvSpPr>
          <p:cNvPr id="1846" name="PlaceHolder 2"/>
          <p:cNvSpPr>
            <a:spLocks noGrp="1"/>
          </p:cNvSpPr>
          <p:nvPr>
            <p:ph type="dt" idx="51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900" spc="-1" strike="noStrike">
              <a:solidFill>
                <a:schemeClr val="dk1">
                  <a:tint val="75000"/>
                </a:schemeClr>
              </a:solidFill>
              <a:latin typeface="Arial"/>
            </a:endParaRPr>
          </a:p>
        </p:txBody>
      </p:sp>
      <p:sp>
        <p:nvSpPr>
          <p:cNvPr id="1847" name="PlaceHolder 3"/>
          <p:cNvSpPr>
            <a:spLocks noGrp="1"/>
          </p:cNvSpPr>
          <p:nvPr>
            <p:ph type="sldNum" idx="515"/>
          </p:nvPr>
        </p:nvSpPr>
        <p:spPr>
          <a:xfrm>
            <a:off x="9237240" y="1486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tr-TR" sz="2000" spc="-1" strike="noStrike">
                <a:solidFill>
                  <a:srgbClr val="8b8b8b"/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F026BD-4FF9-4022-8B1A-256D03789E9C}" type="slidenum">
              <a:rPr b="0" lang="tr-TR" sz="2000" spc="-1" strike="noStrike">
                <a:solidFill>
                  <a:srgbClr val="8b8b8b"/>
                </a:solidFill>
                <a:latin typeface="Arial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8" name="Metin kutusu 18"/>
          <p:cNvSpPr/>
          <p:nvPr/>
        </p:nvSpPr>
        <p:spPr>
          <a:xfrm>
            <a:off x="3176280" y="4723560"/>
            <a:ext cx="56581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800" spc="-1" strike="noStrike">
                <a:solidFill>
                  <a:srgbClr val="000000"/>
                </a:solidFill>
                <a:latin typeface="Tenorite"/>
              </a:rPr>
              <a:t>R1: Normal flow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800" spc="-1" strike="noStrike">
                <a:solidFill>
                  <a:srgbClr val="000000"/>
                </a:solidFill>
                <a:latin typeface="Tenorite"/>
              </a:rPr>
              <a:t>R2: User doesn’t select color.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tr-TR" sz="1800" spc="-1" strike="noStrike">
                <a:solidFill>
                  <a:srgbClr val="000000"/>
                </a:solidFill>
                <a:latin typeface="Tenorite"/>
              </a:rPr>
              <a:t>R3: User doesn’t select both color and size.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9" name="Resim 3" descr="metin, ekran görüntüsü, yazı tipi, sayı, numara içeren bir resim&#10;&#10;Açıklama otomatik olarak oluşturuldu"/>
          <p:cNvPicPr/>
          <p:nvPr/>
        </p:nvPicPr>
        <p:blipFill>
          <a:blip r:embed="rId1"/>
          <a:stretch/>
        </p:blipFill>
        <p:spPr>
          <a:xfrm>
            <a:off x="2079360" y="1519560"/>
            <a:ext cx="7851600" cy="300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Metin kutusu 1"/>
          <p:cNvSpPr/>
          <p:nvPr/>
        </p:nvSpPr>
        <p:spPr>
          <a:xfrm>
            <a:off x="353160" y="235440"/>
            <a:ext cx="268848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tr-TR" sz="3600" spc="-1" strike="noStrike">
                <a:solidFill>
                  <a:srgbClr val="b80e0f"/>
                </a:solidFill>
                <a:latin typeface="Impact"/>
              </a:rPr>
              <a:t>Test 6: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tr-TR" sz="3600" spc="-1" strike="noStrike">
                <a:solidFill>
                  <a:srgbClr val="b80e0f"/>
                </a:solidFill>
                <a:latin typeface="Impact"/>
              </a:rPr>
              <a:t>CHECKING PRODUCT VALUES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1" name="Resim 3" descr="metin, bilgisayar, ofis malzemesi, dizüstü içeren bir resim&#10;&#10;Açıklama otomatik olarak oluşturuldu"/>
          <p:cNvPicPr/>
          <p:nvPr/>
        </p:nvPicPr>
        <p:blipFill>
          <a:blip r:embed="rId1"/>
          <a:stretch/>
        </p:blipFill>
        <p:spPr>
          <a:xfrm>
            <a:off x="4993200" y="1110240"/>
            <a:ext cx="5733720" cy="2866680"/>
          </a:xfrm>
          <a:prstGeom prst="rect">
            <a:avLst/>
          </a:prstGeom>
          <a:ln w="0">
            <a:noFill/>
          </a:ln>
        </p:spPr>
      </p:pic>
      <p:sp>
        <p:nvSpPr>
          <p:cNvPr id="1852" name="Metin kutusu 4"/>
          <p:cNvSpPr/>
          <p:nvPr/>
        </p:nvSpPr>
        <p:spPr>
          <a:xfrm>
            <a:off x="461880" y="3159000"/>
            <a:ext cx="3313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tr-TR" sz="1800" spc="-1" strike="noStrike">
                <a:solidFill>
                  <a:srgbClr val="000000"/>
                </a:solidFill>
                <a:latin typeface="Impact"/>
              </a:rPr>
              <a:t>Brand,color,compatible devices, material…..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3" name="Metin kutusu 5"/>
          <p:cNvSpPr/>
          <p:nvPr/>
        </p:nvSpPr>
        <p:spPr>
          <a:xfrm>
            <a:off x="11245320" y="5232960"/>
            <a:ext cx="440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0" lang="tr-TR" sz="1800" spc="-1" strike="noStrike">
                <a:solidFill>
                  <a:srgbClr val="000000"/>
                </a:solidFill>
                <a:latin typeface="Impact"/>
              </a:rPr>
              <a:t>12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tr-TR" sz="4400" spc="-1" strike="noStrike">
                <a:solidFill>
                  <a:schemeClr val="dk1"/>
                </a:solidFill>
                <a:latin typeface="Aptos Display"/>
              </a:rPr>
              <a:t>TEST SCENERIOUS</a:t>
            </a:r>
            <a:endParaRPr b="0" lang="en-US" sz="44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5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I tested this site using the test coverage method.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I created scenarios for Log In, Log Out, Purchase, Banned User, and Miss User, and </a:t>
            </a:r>
            <a:r>
              <a:rPr b="0" lang="tr-TR" sz="2800" spc="-1" strike="noStrike">
                <a:solidFill>
                  <a:schemeClr val="dk1"/>
                </a:solidFill>
                <a:latin typeface="Aptos"/>
              </a:rPr>
              <a:t>otomated tested</a:t>
            </a:r>
            <a:r>
              <a:rPr b="0" lang="en-US" sz="2800" spc="-1" strike="noStrike">
                <a:solidFill>
                  <a:schemeClr val="dk1"/>
                </a:solidFill>
                <a:latin typeface="Aptos"/>
              </a:rPr>
              <a:t> these scenarios using Selenium, Cucumber, Java, and Maven with the help of the Page Object Model.</a:t>
            </a:r>
            <a:endParaRPr b="0" lang="en-US" sz="2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tr-TR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57" name="Rectangl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tr-TR" sz="1800" spc="-1" strike="noStrike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858" name="Straight Connector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 useBgFill="1">
        <p:nvSpPr>
          <p:cNvPr id="1859" name="Rectangle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60" name="PlaceHolder 1"/>
          <p:cNvSpPr>
            <a:spLocks noGrp="1"/>
          </p:cNvSpPr>
          <p:nvPr>
            <p:ph type="title"/>
          </p:nvPr>
        </p:nvSpPr>
        <p:spPr>
          <a:xfrm>
            <a:off x="965160" y="643320"/>
            <a:ext cx="6254640" cy="50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THANK YOU FOR LISTENING </a:t>
            </a: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Wingdings"/>
              </a:rPr>
              <a:t>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1" name="PlaceHolder 2"/>
          <p:cNvSpPr>
            <a:spLocks noGrp="1"/>
          </p:cNvSpPr>
          <p:nvPr>
            <p:ph/>
          </p:nvPr>
        </p:nvSpPr>
        <p:spPr>
          <a:xfrm>
            <a:off x="7871040" y="643320"/>
            <a:ext cx="3341160" cy="50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(Final slide)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cxnSp>
        <p:nvCxnSpPr>
          <p:cNvPr id="1862" name="Straight Connector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534440" y="1391040"/>
            <a:ext cx="360" cy="3558600"/>
          </a:xfrm>
          <a:prstGeom prst="straightConnector1">
            <a:avLst/>
          </a:prstGeom>
          <a:ln>
            <a:solidFill>
              <a:srgbClr val="344068"/>
            </a:solidFill>
            <a:round/>
          </a:ln>
        </p:spPr>
      </p:cxnSp>
      <p:sp>
        <p:nvSpPr>
          <p:cNvPr id="1863" name="Rectangle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tr-TR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64" name="Rectangle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4104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endParaRPr b="0" lang="tr-TR" sz="1800" spc="-1" strike="noStrike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65" name="PlaceHolder 3"/>
          <p:cNvSpPr>
            <a:spLocks noGrp="1"/>
          </p:cNvSpPr>
          <p:nvPr>
            <p:ph type="ftr" idx="516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 cap="all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 cap="all">
                <a:solidFill>
                  <a:srgbClr val="ffffff"/>
                </a:solidFill>
                <a:latin typeface="Calibri"/>
              </a:rPr>
              <a:t>email or other short contact information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6" name="PlaceHolder 4"/>
          <p:cNvSpPr>
            <a:spLocks noGrp="1"/>
          </p:cNvSpPr>
          <p:nvPr>
            <p:ph type="sldNum" idx="517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2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6F86EA39-9363-4A91-892F-12F45B514E16}" type="slidenum">
              <a:rPr b="0" lang="en-US" sz="200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67" name="Picture 34" descr=""/>
          <p:cNvPicPr/>
          <p:nvPr/>
        </p:nvPicPr>
        <p:blipFill>
          <a:blip r:embed="rId1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Additional/Optional Slides  </a:t>
            </a:r>
            <a:endParaRPr b="0" lang="en-US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9" name="PlaceHolder 2"/>
          <p:cNvSpPr>
            <a:spLocks noGrp="1"/>
          </p:cNvSpPr>
          <p:nvPr>
            <p:ph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1638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You </a:t>
            </a:r>
            <a:r>
              <a:rPr b="0" lang="en-US" sz="2400" spc="199" strike="noStrike" u="sng" cap="all">
                <a:solidFill>
                  <a:schemeClr val="dk2"/>
                </a:solidFill>
                <a:uFillTx/>
                <a:latin typeface="Calibri Light"/>
              </a:rPr>
              <a:t>may</a:t>
            </a: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 need to show additional codes/screen shots etc.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Keep them here ın the case of need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 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pic>
        <p:nvPicPr>
          <p:cNvPr id="1870" name="Picture 5" descr=""/>
          <p:cNvPicPr/>
          <p:nvPr/>
        </p:nvPicPr>
        <p:blipFill>
          <a:blip r:embed="rId1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146"/>
          </p:nvPr>
        </p:nvSpPr>
        <p:spPr/>
        <p:txBody>
          <a:bodyPr/>
          <a:p>
            <a:r>
              <a:t>20500005001 - Atabarış Ayaydın - atabaris.ayaydin@gmail.com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7"/>
          </p:nvPr>
        </p:nvSpPr>
        <p:spPr/>
        <p:txBody>
          <a:bodyPr/>
          <a:p>
            <a:fld id="{77488609-E4C9-46B6-938F-C0D53182FDAD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9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9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9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9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98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99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0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3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4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5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6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7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8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09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10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142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43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44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45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46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47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48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49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50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51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52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53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54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55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56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57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_rels/theme158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jpeg"/>
</Relationships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1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1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1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1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1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1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1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1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1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1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1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2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2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2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2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2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2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2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2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2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2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2_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Paket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77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78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79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80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81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82.xml><?xml version="1.0" encoding="utf-8"?>
<a:theme xmlns:a="http://schemas.openxmlformats.org/drawingml/2006/main" xmlns:r="http://schemas.openxmlformats.org/officeDocument/2006/relationships" name="Yüzeyler">
  <a:themeElements>
    <a:clrScheme name="Yüzeyler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Yüzeyler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83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5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6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7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8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9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0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3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4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95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96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97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98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99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0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1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2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3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4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5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6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7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8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09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10.xml><?xml version="1.0" encoding="utf-8"?>
<a:theme xmlns:a="http://schemas.openxmlformats.org/drawingml/2006/main" xmlns:r="http://schemas.openxmlformats.org/officeDocument/2006/relationships" name="İyon">
  <a:themeElements>
    <a:clrScheme name="İy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İy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lumMod val="11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9050" cap="rnd" cmpd="sng" algn="ctr">
          <a:prstDash val="solid"/>
        </a:ln>
        <a:ln w="2857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7000"/>
                <a:lumMod val="124000"/>
              </a:schemeClr>
            </a:gs>
            <a:gs pos="100000">
              <a:schemeClr val="phClr">
                <a:tint val="96000"/>
                <a:shade val="88000"/>
                <a:lumMod val="76000"/>
              </a:schemeClr>
            </a:gs>
          </a:gsLst>
          <a:path path="circle">
            <a:fillToRect l="45000" t="65000" r="125000" b="100000"/>
          </a:path>
          <a:tileRect l="0" t="0" r="0" b="0"/>
        </a:gradFill>
        <a:blipFill rotWithShape="1">
          <a:blip r:embed="rId1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11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2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3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4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5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6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7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8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9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0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1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2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3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4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5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6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7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8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9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0.xml><?xml version="1.0" encoding="utf-8"?>
<a:theme xmlns:a="http://schemas.openxmlformats.org/drawingml/2006/main" xmlns:r="http://schemas.openxmlformats.org/officeDocument/2006/relationships" name="Tek Çizgili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 pitchFamily="0" charset="1"/>
        <a:ea typeface=""/>
        <a:cs typeface=""/>
      </a:majorFont>
      <a:minorFont>
        <a:latin typeface="Tenorit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1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ambria">
      <a:majorFont>
        <a:latin typeface="Cambria" panose="02040503050406030204" pitchFamily="0" charset="1"/>
        <a:ea typeface=""/>
        <a:cs typeface=""/>
      </a:majorFont>
      <a:minorFont>
        <a:latin typeface="Cambria" panose="02040503050406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132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ambria">
      <a:majorFont>
        <a:latin typeface="Cambria" panose="02040503050406030204" pitchFamily="0" charset="1"/>
        <a:ea typeface=""/>
        <a:cs typeface=""/>
      </a:majorFont>
      <a:minorFont>
        <a:latin typeface="Cambria" panose="02040503050406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133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ambria">
      <a:majorFont>
        <a:latin typeface="Cambria" panose="02040503050406030204" pitchFamily="0" charset="1"/>
        <a:ea typeface=""/>
        <a:cs typeface=""/>
      </a:majorFont>
      <a:minorFont>
        <a:latin typeface="Cambria" panose="02040503050406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134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ambria">
      <a:majorFont>
        <a:latin typeface="Cambria" panose="02040503050406030204" pitchFamily="0" charset="1"/>
        <a:ea typeface=""/>
        <a:cs typeface=""/>
      </a:majorFont>
      <a:minorFont>
        <a:latin typeface="Cambria" panose="02040503050406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135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ambria">
      <a:majorFont>
        <a:latin typeface="Cambria" panose="02040503050406030204" pitchFamily="0" charset="1"/>
        <a:ea typeface=""/>
        <a:cs typeface=""/>
      </a:majorFont>
      <a:minorFont>
        <a:latin typeface="Cambria" panose="02040503050406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136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ambria">
      <a:majorFont>
        <a:latin typeface="Cambria" panose="02040503050406030204" pitchFamily="0" charset="1"/>
        <a:ea typeface=""/>
        <a:cs typeface=""/>
      </a:majorFont>
      <a:minorFont>
        <a:latin typeface="Cambria" panose="02040503050406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137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ambria">
      <a:majorFont>
        <a:latin typeface="Cambria" panose="02040503050406030204" pitchFamily="0" charset="1"/>
        <a:ea typeface=""/>
        <a:cs typeface=""/>
      </a:majorFont>
      <a:minorFont>
        <a:latin typeface="Cambria" panose="02040503050406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138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ambria">
      <a:majorFont>
        <a:latin typeface="Cambria" panose="02040503050406030204" pitchFamily="0" charset="1"/>
        <a:ea typeface=""/>
        <a:cs typeface=""/>
      </a:majorFont>
      <a:minorFont>
        <a:latin typeface="Cambria" panose="02040503050406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139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ambria">
      <a:majorFont>
        <a:latin typeface="Cambria" panose="02040503050406030204" pitchFamily="0" charset="1"/>
        <a:ea typeface=""/>
        <a:cs typeface=""/>
      </a:majorFont>
      <a:minorFont>
        <a:latin typeface="Cambria" panose="02040503050406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140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ambria">
      <a:majorFont>
        <a:latin typeface="Cambria" panose="02040503050406030204" pitchFamily="0" charset="1"/>
        <a:ea typeface=""/>
        <a:cs typeface=""/>
      </a:majorFont>
      <a:minorFont>
        <a:latin typeface="Cambria" panose="02040503050406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141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ambria">
      <a:majorFont>
        <a:latin typeface="Cambria" panose="02040503050406030204" pitchFamily="0" charset="1"/>
        <a:ea typeface=""/>
        <a:cs typeface=""/>
      </a:majorFont>
      <a:minorFont>
        <a:latin typeface="Cambria" panose="02040503050406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ppt/theme/theme142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43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44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45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46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47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48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49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0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1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2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3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4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5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6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7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8.xml><?xml version="1.0" encoding="utf-8"?>
<a:theme xmlns:a="http://schemas.openxmlformats.org/drawingml/2006/main" xmlns:r="http://schemas.openxmlformats.org/officeDocument/2006/relationships" name="Ana Olay">
  <a:themeElements>
    <a:clrScheme name="Ana Olay">
      <a:dk1>
        <a:srgbClr val="000000"/>
      </a:dk1>
      <a:lt1>
        <a:srgbClr val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Ana Olay">
      <a:majorFont>
        <a:latin typeface="Impact" panose="020B0806030902050204" pitchFamily="0" charset="1"/>
        <a:ea typeface=""/>
        <a:cs typeface=""/>
      </a:majorFont>
      <a:minorFont>
        <a:latin typeface="Impact" panose="020B080603090205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9000"/>
            <a:lumMod val="110000"/>
          </a:schemeClr>
        </a:solidFill>
        <a:blipFill rotWithShape="0">
          <a:blip r:embed="rId1"/>
          <a:srcRect l="0" t="0" r="0" b="0"/>
          <a:tile tx="0" ty="0" sx="100000" sy="100000" flip="none" algn="tl"/>
        </a:blipFill>
      </a:fillStyleLst>
      <a:lnStyleLst>
        <a:ln w="9525" cap="flat" cmpd="sng" algn="ctr">
          <a:prstDash val="solid"/>
        </a:ln>
        <a:ln w="19050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  <a:tileRect l="0" t="0" r="0" b="0"/>
        </a:gradFill>
        <a:blipFill rotWithShape="0">
          <a:blip r:embed="rId2"/>
          <a:srcRect l="0" t="0" r="0" b="0"/>
          <a:stretch>
            <a:fillRect l="0" t="0" r="0" b="0"/>
          </a:stretch>
        </a:blipFill>
      </a:bgFillStyleLst>
    </a:fmtScheme>
  </a:themeElements>
</a:theme>
</file>

<file path=ppt/theme/theme159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0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1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2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3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4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5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6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7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8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9.xml><?xml version="1.0" encoding="utf-8"?>
<a:theme xmlns:a="http://schemas.openxmlformats.org/drawingml/2006/main" xmlns:r="http://schemas.openxmlformats.org/officeDocument/2006/relationships" name="Office Teması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50</TotalTime>
  <Application>LibreOffice/24.2.7.2$Linux_X86_64 LibreOffice_project/420$Build-2</Application>
  <AppVersion>15.0000</AppVersion>
  <Words>718</Words>
  <Paragraphs>134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2025-05-29T02:38:36Z</dcterms:created>
  <dc:creator>Atabarış Ayaydın</dc:creator>
  <dc:description/>
  <dc:language>en-US</dc:language>
  <cp:lastModifiedBy/>
  <dcterms:modified xsi:type="dcterms:W3CDTF">2026-03-25T15:08:55Z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22</vt:i4>
  </property>
</Properties>
</file>